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Music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Unsupervised Machine Learning Project</a:t>
            </a:r>
          </a:p>
          <a:p>
            <a:r>
              <a:t>Jayaseeli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Clustering Amazon Music songs using audio features</a:t>
            </a:r>
          </a:p>
          <a:p>
            <a:pPr lvl="1"/>
            <a:r>
              <a:t>• Unsupervised Machine Learning approach</a:t>
            </a:r>
          </a:p>
          <a:p>
            <a:pPr lvl="1"/>
            <a:r>
              <a:t>• Discover hidden music patterns without labels</a:t>
            </a:r>
          </a:p>
          <a:p>
            <a:pPr lvl="1"/>
            <a:r>
              <a:t>• Identify meaningful music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Millions of songs available on streaming platforms</a:t>
            </a:r>
          </a:p>
          <a:p>
            <a:pPr lvl="1"/>
            <a:r>
              <a:t>• Manual genre classification is impractical</a:t>
            </a:r>
          </a:p>
          <a:p>
            <a:pPr lvl="1"/>
            <a:r>
              <a:t>• Need automated grouping based on sound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exploration &amp; preprocessing</a:t>
            </a:r>
          </a:p>
          <a:p>
            <a:pPr lvl="1"/>
            <a:r>
              <a:t>• Feature normalization</a:t>
            </a:r>
          </a:p>
          <a:p>
            <a:pPr lvl="1"/>
            <a:r>
              <a:t>• Apply K-Means clustering</a:t>
            </a:r>
          </a:p>
          <a:p>
            <a:pPr lvl="1"/>
            <a:r>
              <a:t>• Evaluate and interpret clusters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95,837 songs</a:t>
            </a:r>
          </a:p>
          <a:p>
            <a:pPr lvl="1"/>
            <a:r>
              <a:t>• 23 original features</a:t>
            </a:r>
          </a:p>
          <a:p>
            <a:pPr lvl="1"/>
            <a:r>
              <a:t>• Removed text columns</a:t>
            </a:r>
          </a:p>
          <a:p>
            <a:pPr lvl="1"/>
            <a:r>
              <a:t>• Selected 10 sound-related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Danceability</a:t>
            </a:r>
          </a:p>
          <a:p>
            <a:pPr lvl="1"/>
            <a:r>
              <a:t>• Energy</a:t>
            </a:r>
          </a:p>
          <a:p>
            <a:pPr lvl="1"/>
            <a:r>
              <a:t>• Loudness</a:t>
            </a:r>
          </a:p>
          <a:p>
            <a:pPr lvl="1"/>
            <a:r>
              <a:t>• Speechiness</a:t>
            </a:r>
          </a:p>
          <a:p>
            <a:pPr lvl="1"/>
            <a:r>
              <a:t>• Acousticness</a:t>
            </a:r>
          </a:p>
          <a:p>
            <a:pPr lvl="1"/>
            <a:r>
              <a:t>• Instrumentalness</a:t>
            </a:r>
          </a:p>
          <a:p>
            <a:pPr lvl="1"/>
            <a:r>
              <a:t>• Liveness</a:t>
            </a:r>
          </a:p>
          <a:p>
            <a:pPr lvl="1"/>
            <a:r>
              <a:t>• Valence</a:t>
            </a:r>
          </a:p>
          <a:p>
            <a:pPr lvl="1"/>
            <a:r>
              <a:t>• Tempo</a:t>
            </a:r>
          </a:p>
          <a:p>
            <a:pPr lvl="1"/>
            <a:r>
              <a:t>•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duplicates</a:t>
            </a:r>
          </a:p>
          <a:p>
            <a:pPr lvl="1"/>
            <a:r>
              <a:t>• Dropped irrelevant text columns</a:t>
            </a:r>
          </a:p>
          <a:p>
            <a:pPr lvl="1"/>
            <a:r>
              <a:t>• Used StandardScaler for normalization</a:t>
            </a:r>
          </a:p>
          <a:p>
            <a:pPr lvl="1"/>
            <a:r>
              <a:t>• Scaling prevents dominance of loudness &amp; tempo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Optimal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Elbow Method suggests k = 4</a:t>
            </a:r>
          </a:p>
          <a:p>
            <a:pPr lvl="1"/>
            <a:r>
              <a:t>• Silhouette Score comparison</a:t>
            </a:r>
          </a:p>
          <a:p>
            <a:pPr lvl="1"/>
            <a:r>
              <a:t>• Best silhouette ≈ 0.231</a:t>
            </a:r>
          </a:p>
          <a:p>
            <a:pPr lvl="1"/>
            <a:r>
              <a:t>• Final model: KMeans (k=4)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Silhouette Score: 0.231</a:t>
            </a:r>
          </a:p>
          <a:p>
            <a:pPr lvl="1"/>
            <a:r>
              <a:t>• Davies-Bouldin Index: 1.53</a:t>
            </a:r>
          </a:p>
          <a:p>
            <a:pPr lvl="1"/>
            <a:r>
              <a:t>• Inertia for compactness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PCA for 2D visualization</a:t>
            </a:r>
          </a:p>
          <a:p>
            <a:pPr lvl="1"/>
            <a:r>
              <a:t>• t-SNE for complex structure visualization</a:t>
            </a:r>
          </a:p>
          <a:p>
            <a:pPr lvl="1"/>
            <a:r>
              <a:t>• Clear separation between clusters observed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0 - Instrumental / Acoustic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Very high instrumentalness</a:t>
            </a:r>
          </a:p>
          <a:p>
            <a:pPr lvl="1"/>
            <a:r>
              <a:t>• High acousticness</a:t>
            </a:r>
          </a:p>
          <a:p>
            <a:pPr lvl="1"/>
            <a:r>
              <a:t>• Low loudness</a:t>
            </a:r>
          </a:p>
          <a:p>
            <a:pPr lvl="1"/>
            <a:r>
              <a:t>• Calm / Atmospheric music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1 - Party / Dance 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energy &amp; danceability</a:t>
            </a:r>
          </a:p>
          <a:p>
            <a:pPr lvl="1"/>
            <a:r>
              <a:t>• High valence (happy mood)</a:t>
            </a:r>
          </a:p>
          <a:p>
            <a:pPr lvl="1"/>
            <a:r>
              <a:t>• Loud &amp; energetic</a:t>
            </a:r>
          </a:p>
          <a:p>
            <a:pPr lvl="1"/>
            <a:r>
              <a:t>• Commercial pop / dance music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2 - Rap / Spoken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Extremely high speechiness</a:t>
            </a:r>
          </a:p>
          <a:p>
            <a:pPr lvl="1"/>
            <a:r>
              <a:t>• Very low instrumentalness</a:t>
            </a:r>
          </a:p>
          <a:p>
            <a:pPr lvl="1"/>
            <a:r>
              <a:t>• Moderate energy</a:t>
            </a:r>
          </a:p>
          <a:p>
            <a:pPr lvl="1"/>
            <a:r>
              <a:t>• Podcast / Rap / Spoken word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3 - Chill Acoustic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Very acoustic</a:t>
            </a:r>
          </a:p>
          <a:p>
            <a:pPr lvl="1"/>
            <a:r>
              <a:t>• Low energy</a:t>
            </a:r>
          </a:p>
          <a:p>
            <a:pPr lvl="1"/>
            <a:r>
              <a:t>• Emotional / Indie feel</a:t>
            </a:r>
          </a:p>
          <a:p>
            <a:pPr lvl="1"/>
            <a:r>
              <a:t>• Soft vocal-based music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Personalized playlist generation</a:t>
            </a:r>
          </a:p>
          <a:p>
            <a:pPr lvl="1"/>
            <a:r>
              <a:t>• Improved song recommendations</a:t>
            </a:r>
          </a:p>
          <a:p>
            <a:pPr lvl="1"/>
            <a:r>
              <a:t>• Artist similarity analysis</a:t>
            </a:r>
          </a:p>
          <a:p>
            <a:pPr lvl="1"/>
            <a:r>
              <a:t>• Market segmentation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grouped songs into 4 clusters</a:t>
            </a:r>
          </a:p>
          <a:p>
            <a:pPr lvl="1"/>
            <a:r>
              <a:t>• Clusters align with real-world music styles</a:t>
            </a:r>
          </a:p>
          <a:p>
            <a:pPr lvl="1"/>
            <a:r>
              <a:t>• Useful for recommendation systems</a:t>
            </a:r>
          </a:p>
          <a:p>
            <a:pPr lvl="1"/>
            <a:r>
              <a:t>• Supports music analytics &amp; business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