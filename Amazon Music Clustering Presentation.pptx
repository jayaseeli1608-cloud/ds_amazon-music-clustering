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3" r:id="rId22"/>
    <p:sldId id="277" r:id="rId23"/>
    <p:sldId id="278" r:id="rId24"/>
    <p:sldId id="279" r:id="rId25"/>
    <p:sldId id="281" r:id="rId26"/>
    <p:sldId id="284" r:id="rId27"/>
    <p:sldId id="285" r:id="rId28"/>
    <p:sldId id="280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A5EFC2-D80D-4002-8A51-853622211B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2B6D625-156E-424F-86D1-7550D319A5F4}">
      <dgm:prSet/>
      <dgm:spPr/>
      <dgm:t>
        <a:bodyPr/>
        <a:lstStyle/>
        <a:p>
          <a:r>
            <a:rPr lang="en-IN"/>
            <a:t>Explore and preprocess Amazon Music dataset</a:t>
          </a:r>
        </a:p>
      </dgm:t>
    </dgm:pt>
    <dgm:pt modelId="{C83EAFE9-E71B-4B32-B574-DD349E509326}" type="parTrans" cxnId="{C53D8AE2-54E6-4950-A0AC-D7F4B80917CA}">
      <dgm:prSet/>
      <dgm:spPr/>
      <dgm:t>
        <a:bodyPr/>
        <a:lstStyle/>
        <a:p>
          <a:endParaRPr lang="en-IN"/>
        </a:p>
      </dgm:t>
    </dgm:pt>
    <dgm:pt modelId="{21DC06C3-8B21-40E3-AD0D-AA9C2ABE8E40}" type="sibTrans" cxnId="{C53D8AE2-54E6-4950-A0AC-D7F4B80917CA}">
      <dgm:prSet/>
      <dgm:spPr/>
      <dgm:t>
        <a:bodyPr/>
        <a:lstStyle/>
        <a:p>
          <a:endParaRPr lang="en-IN"/>
        </a:p>
      </dgm:t>
    </dgm:pt>
    <dgm:pt modelId="{B53DDDEA-CB7B-40FB-B357-545302E362FE}">
      <dgm:prSet/>
      <dgm:spPr/>
      <dgm:t>
        <a:bodyPr/>
        <a:lstStyle/>
        <a:p>
          <a:r>
            <a:rPr lang="en-IN"/>
            <a:t>Normalize audio features</a:t>
          </a:r>
        </a:p>
      </dgm:t>
    </dgm:pt>
    <dgm:pt modelId="{58C5DE99-81B6-4B14-A9DB-1531EF579061}" type="parTrans" cxnId="{DD3188FB-DDA3-47F1-B93E-1113CABC92E0}">
      <dgm:prSet/>
      <dgm:spPr/>
      <dgm:t>
        <a:bodyPr/>
        <a:lstStyle/>
        <a:p>
          <a:endParaRPr lang="en-IN"/>
        </a:p>
      </dgm:t>
    </dgm:pt>
    <dgm:pt modelId="{580142F4-DD8E-4C14-BE6E-FB629EED7355}" type="sibTrans" cxnId="{DD3188FB-DDA3-47F1-B93E-1113CABC92E0}">
      <dgm:prSet/>
      <dgm:spPr/>
      <dgm:t>
        <a:bodyPr/>
        <a:lstStyle/>
        <a:p>
          <a:endParaRPr lang="en-IN"/>
        </a:p>
      </dgm:t>
    </dgm:pt>
    <dgm:pt modelId="{BE72F526-04E0-490E-9231-E92A22BF8BE5}">
      <dgm:prSet/>
      <dgm:spPr/>
      <dgm:t>
        <a:bodyPr/>
        <a:lstStyle/>
        <a:p>
          <a:r>
            <a:rPr lang="en-IN"/>
            <a:t>Apply K-Means clustering</a:t>
          </a:r>
        </a:p>
      </dgm:t>
    </dgm:pt>
    <dgm:pt modelId="{FFEDD0C0-BBD1-4015-88E0-BC3A89D71A94}" type="parTrans" cxnId="{DF949BB0-077D-4F63-9317-060767BC321C}">
      <dgm:prSet/>
      <dgm:spPr/>
      <dgm:t>
        <a:bodyPr/>
        <a:lstStyle/>
        <a:p>
          <a:endParaRPr lang="en-IN"/>
        </a:p>
      </dgm:t>
    </dgm:pt>
    <dgm:pt modelId="{0116F538-ED5F-4AC9-B6D6-4B0F347AA6F2}" type="sibTrans" cxnId="{DF949BB0-077D-4F63-9317-060767BC321C}">
      <dgm:prSet/>
      <dgm:spPr/>
      <dgm:t>
        <a:bodyPr/>
        <a:lstStyle/>
        <a:p>
          <a:endParaRPr lang="en-IN"/>
        </a:p>
      </dgm:t>
    </dgm:pt>
    <dgm:pt modelId="{E20F50C0-2FEB-4C58-9BD3-24D5C33DD19B}">
      <dgm:prSet/>
      <dgm:spPr/>
      <dgm:t>
        <a:bodyPr/>
        <a:lstStyle/>
        <a:p>
          <a:r>
            <a:rPr lang="en-IN"/>
            <a:t>Identify optimal number of clusters</a:t>
          </a:r>
        </a:p>
      </dgm:t>
    </dgm:pt>
    <dgm:pt modelId="{65097B7F-1732-439C-BF1B-2E350D47A33A}" type="parTrans" cxnId="{C72752B8-B308-4D47-BA8F-D4F07AB4543A}">
      <dgm:prSet/>
      <dgm:spPr/>
      <dgm:t>
        <a:bodyPr/>
        <a:lstStyle/>
        <a:p>
          <a:endParaRPr lang="en-IN"/>
        </a:p>
      </dgm:t>
    </dgm:pt>
    <dgm:pt modelId="{1A5642F8-BBB4-438E-993B-8D9C3AD7A045}" type="sibTrans" cxnId="{C72752B8-B308-4D47-BA8F-D4F07AB4543A}">
      <dgm:prSet/>
      <dgm:spPr/>
      <dgm:t>
        <a:bodyPr/>
        <a:lstStyle/>
        <a:p>
          <a:endParaRPr lang="en-IN"/>
        </a:p>
      </dgm:t>
    </dgm:pt>
    <dgm:pt modelId="{8AE9016E-9222-444F-A37B-B49FC71F2F4B}">
      <dgm:prSet/>
      <dgm:spPr/>
      <dgm:t>
        <a:bodyPr/>
        <a:lstStyle/>
        <a:p>
          <a:r>
            <a:rPr lang="en-IN"/>
            <a:t>Visualize and interpret song clusters</a:t>
          </a:r>
        </a:p>
      </dgm:t>
    </dgm:pt>
    <dgm:pt modelId="{1F56BC40-4FFA-4FA3-AB12-B084DF349998}" type="parTrans" cxnId="{797FB1EF-47EE-4C8D-AF20-099873B1B01D}">
      <dgm:prSet/>
      <dgm:spPr/>
      <dgm:t>
        <a:bodyPr/>
        <a:lstStyle/>
        <a:p>
          <a:endParaRPr lang="en-IN"/>
        </a:p>
      </dgm:t>
    </dgm:pt>
    <dgm:pt modelId="{4BC55B6F-945B-4257-BB08-D780EF138937}" type="sibTrans" cxnId="{797FB1EF-47EE-4C8D-AF20-099873B1B01D}">
      <dgm:prSet/>
      <dgm:spPr/>
      <dgm:t>
        <a:bodyPr/>
        <a:lstStyle/>
        <a:p>
          <a:endParaRPr lang="en-IN"/>
        </a:p>
      </dgm:t>
    </dgm:pt>
    <dgm:pt modelId="{21A7C869-49E2-45D0-AB64-BC1EE80B5E1B}" type="pres">
      <dgm:prSet presAssocID="{2CA5EFC2-D80D-4002-8A51-853622211BF6}" presName="linear" presStyleCnt="0">
        <dgm:presLayoutVars>
          <dgm:animLvl val="lvl"/>
          <dgm:resizeHandles val="exact"/>
        </dgm:presLayoutVars>
      </dgm:prSet>
      <dgm:spPr/>
    </dgm:pt>
    <dgm:pt modelId="{668E7311-E7AF-4344-8759-9233CFC877ED}" type="pres">
      <dgm:prSet presAssocID="{E2B6D625-156E-424F-86D1-7550D319A5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CEB0237-62DE-49ED-929E-54B8BF6DC37B}" type="pres">
      <dgm:prSet presAssocID="{21DC06C3-8B21-40E3-AD0D-AA9C2ABE8E40}" presName="spacer" presStyleCnt="0"/>
      <dgm:spPr/>
    </dgm:pt>
    <dgm:pt modelId="{3CB0F276-9A56-43B2-B46F-7B3BE8BDBA21}" type="pres">
      <dgm:prSet presAssocID="{B53DDDEA-CB7B-40FB-B357-545302E362F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2C197DB-EC55-4F5B-B1ED-224A427CEC82}" type="pres">
      <dgm:prSet presAssocID="{580142F4-DD8E-4C14-BE6E-FB629EED7355}" presName="spacer" presStyleCnt="0"/>
      <dgm:spPr/>
    </dgm:pt>
    <dgm:pt modelId="{21D0CC4B-0D62-466B-A21A-EA742B0A3DE3}" type="pres">
      <dgm:prSet presAssocID="{BE72F526-04E0-490E-9231-E92A22BF8BE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6995D3-6A04-4D30-8E49-3964C33B4070}" type="pres">
      <dgm:prSet presAssocID="{0116F538-ED5F-4AC9-B6D6-4B0F347AA6F2}" presName="spacer" presStyleCnt="0"/>
      <dgm:spPr/>
    </dgm:pt>
    <dgm:pt modelId="{44CC30F4-3436-4D91-A66C-DDBB8F46DF66}" type="pres">
      <dgm:prSet presAssocID="{E20F50C0-2FEB-4C58-9BD3-24D5C33DD19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504107-22DA-46D1-9603-41FA7090C19D}" type="pres">
      <dgm:prSet presAssocID="{1A5642F8-BBB4-438E-993B-8D9C3AD7A045}" presName="spacer" presStyleCnt="0"/>
      <dgm:spPr/>
    </dgm:pt>
    <dgm:pt modelId="{0F3E9316-1AB6-48B7-9C74-3BD1FFF2C7AB}" type="pres">
      <dgm:prSet presAssocID="{8AE9016E-9222-444F-A37B-B49FC71F2F4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D284805-7604-40D8-8339-F762FC1148C1}" type="presOf" srcId="{E20F50C0-2FEB-4C58-9BD3-24D5C33DD19B}" destId="{44CC30F4-3436-4D91-A66C-DDBB8F46DF66}" srcOrd="0" destOrd="0" presId="urn:microsoft.com/office/officeart/2005/8/layout/vList2"/>
    <dgm:cxn modelId="{80598D6A-274F-48B6-877E-A322ADDDEB9A}" type="presOf" srcId="{BE72F526-04E0-490E-9231-E92A22BF8BE5}" destId="{21D0CC4B-0D62-466B-A21A-EA742B0A3DE3}" srcOrd="0" destOrd="0" presId="urn:microsoft.com/office/officeart/2005/8/layout/vList2"/>
    <dgm:cxn modelId="{82986B8C-91DF-4A70-9E6C-ED38E0520F2D}" type="presOf" srcId="{8AE9016E-9222-444F-A37B-B49FC71F2F4B}" destId="{0F3E9316-1AB6-48B7-9C74-3BD1FFF2C7AB}" srcOrd="0" destOrd="0" presId="urn:microsoft.com/office/officeart/2005/8/layout/vList2"/>
    <dgm:cxn modelId="{DF949BB0-077D-4F63-9317-060767BC321C}" srcId="{2CA5EFC2-D80D-4002-8A51-853622211BF6}" destId="{BE72F526-04E0-490E-9231-E92A22BF8BE5}" srcOrd="2" destOrd="0" parTransId="{FFEDD0C0-BBD1-4015-88E0-BC3A89D71A94}" sibTransId="{0116F538-ED5F-4AC9-B6D6-4B0F347AA6F2}"/>
    <dgm:cxn modelId="{C72752B8-B308-4D47-BA8F-D4F07AB4543A}" srcId="{2CA5EFC2-D80D-4002-8A51-853622211BF6}" destId="{E20F50C0-2FEB-4C58-9BD3-24D5C33DD19B}" srcOrd="3" destOrd="0" parTransId="{65097B7F-1732-439C-BF1B-2E350D47A33A}" sibTransId="{1A5642F8-BBB4-438E-993B-8D9C3AD7A045}"/>
    <dgm:cxn modelId="{8699FCDC-B15C-4D18-90C6-6DEF39B0901E}" type="presOf" srcId="{E2B6D625-156E-424F-86D1-7550D319A5F4}" destId="{668E7311-E7AF-4344-8759-9233CFC877ED}" srcOrd="0" destOrd="0" presId="urn:microsoft.com/office/officeart/2005/8/layout/vList2"/>
    <dgm:cxn modelId="{DBC929E2-F992-4263-BE2F-AD8C6B436E99}" type="presOf" srcId="{B53DDDEA-CB7B-40FB-B357-545302E362FE}" destId="{3CB0F276-9A56-43B2-B46F-7B3BE8BDBA21}" srcOrd="0" destOrd="0" presId="urn:microsoft.com/office/officeart/2005/8/layout/vList2"/>
    <dgm:cxn modelId="{C53D8AE2-54E6-4950-A0AC-D7F4B80917CA}" srcId="{2CA5EFC2-D80D-4002-8A51-853622211BF6}" destId="{E2B6D625-156E-424F-86D1-7550D319A5F4}" srcOrd="0" destOrd="0" parTransId="{C83EAFE9-E71B-4B32-B574-DD349E509326}" sibTransId="{21DC06C3-8B21-40E3-AD0D-AA9C2ABE8E40}"/>
    <dgm:cxn modelId="{797FB1EF-47EE-4C8D-AF20-099873B1B01D}" srcId="{2CA5EFC2-D80D-4002-8A51-853622211BF6}" destId="{8AE9016E-9222-444F-A37B-B49FC71F2F4B}" srcOrd="4" destOrd="0" parTransId="{1F56BC40-4FFA-4FA3-AB12-B084DF349998}" sibTransId="{4BC55B6F-945B-4257-BB08-D780EF138937}"/>
    <dgm:cxn modelId="{DD3188FB-DDA3-47F1-B93E-1113CABC92E0}" srcId="{2CA5EFC2-D80D-4002-8A51-853622211BF6}" destId="{B53DDDEA-CB7B-40FB-B357-545302E362FE}" srcOrd="1" destOrd="0" parTransId="{58C5DE99-81B6-4B14-A9DB-1531EF579061}" sibTransId="{580142F4-DD8E-4C14-BE6E-FB629EED7355}"/>
    <dgm:cxn modelId="{F51184FF-D958-4568-984B-CD205BBB09FD}" type="presOf" srcId="{2CA5EFC2-D80D-4002-8A51-853622211BF6}" destId="{21A7C869-49E2-45D0-AB64-BC1EE80B5E1B}" srcOrd="0" destOrd="0" presId="urn:microsoft.com/office/officeart/2005/8/layout/vList2"/>
    <dgm:cxn modelId="{0098D03D-7B2E-4913-BEE1-04BAE2DFE675}" type="presParOf" srcId="{21A7C869-49E2-45D0-AB64-BC1EE80B5E1B}" destId="{668E7311-E7AF-4344-8759-9233CFC877ED}" srcOrd="0" destOrd="0" presId="urn:microsoft.com/office/officeart/2005/8/layout/vList2"/>
    <dgm:cxn modelId="{A45487B1-989C-454F-B64A-1B54ADE7EF44}" type="presParOf" srcId="{21A7C869-49E2-45D0-AB64-BC1EE80B5E1B}" destId="{0CEB0237-62DE-49ED-929E-54B8BF6DC37B}" srcOrd="1" destOrd="0" presId="urn:microsoft.com/office/officeart/2005/8/layout/vList2"/>
    <dgm:cxn modelId="{1CAFDA27-0691-425E-8573-08E38A334AAC}" type="presParOf" srcId="{21A7C869-49E2-45D0-AB64-BC1EE80B5E1B}" destId="{3CB0F276-9A56-43B2-B46F-7B3BE8BDBA21}" srcOrd="2" destOrd="0" presId="urn:microsoft.com/office/officeart/2005/8/layout/vList2"/>
    <dgm:cxn modelId="{9CC9BC70-EF61-4D0D-BA6E-C49BA64F328C}" type="presParOf" srcId="{21A7C869-49E2-45D0-AB64-BC1EE80B5E1B}" destId="{12C197DB-EC55-4F5B-B1ED-224A427CEC82}" srcOrd="3" destOrd="0" presId="urn:microsoft.com/office/officeart/2005/8/layout/vList2"/>
    <dgm:cxn modelId="{934C00B4-351E-4C93-A3E4-C1828F2EA3B7}" type="presParOf" srcId="{21A7C869-49E2-45D0-AB64-BC1EE80B5E1B}" destId="{21D0CC4B-0D62-466B-A21A-EA742B0A3DE3}" srcOrd="4" destOrd="0" presId="urn:microsoft.com/office/officeart/2005/8/layout/vList2"/>
    <dgm:cxn modelId="{730326AA-0225-4ED0-B192-64858402DBB0}" type="presParOf" srcId="{21A7C869-49E2-45D0-AB64-BC1EE80B5E1B}" destId="{6F6995D3-6A04-4D30-8E49-3964C33B4070}" srcOrd="5" destOrd="0" presId="urn:microsoft.com/office/officeart/2005/8/layout/vList2"/>
    <dgm:cxn modelId="{96D53926-FAEA-4FC8-BEFF-635627591015}" type="presParOf" srcId="{21A7C869-49E2-45D0-AB64-BC1EE80B5E1B}" destId="{44CC30F4-3436-4D91-A66C-DDBB8F46DF66}" srcOrd="6" destOrd="0" presId="urn:microsoft.com/office/officeart/2005/8/layout/vList2"/>
    <dgm:cxn modelId="{6C2A7D3E-4072-4943-B95E-EA4700DA4099}" type="presParOf" srcId="{21A7C869-49E2-45D0-AB64-BC1EE80B5E1B}" destId="{65504107-22DA-46D1-9603-41FA7090C19D}" srcOrd="7" destOrd="0" presId="urn:microsoft.com/office/officeart/2005/8/layout/vList2"/>
    <dgm:cxn modelId="{9C0DD7A7-4998-4FC7-BB4D-F578A557AB61}" type="presParOf" srcId="{21A7C869-49E2-45D0-AB64-BC1EE80B5E1B}" destId="{0F3E9316-1AB6-48B7-9C74-3BD1FFF2C7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EE1AF8-0E3C-4884-89A4-617C9CF715DE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837256-5A4E-4535-BF64-936283CABE32}">
      <dgm:prSet/>
      <dgm:spPr/>
      <dgm:t>
        <a:bodyPr/>
        <a:lstStyle/>
        <a:p>
          <a:r>
            <a:rPr lang="en-US"/>
            <a:t>95,837 songs</a:t>
          </a:r>
          <a:endParaRPr lang="en-IN"/>
        </a:p>
      </dgm:t>
    </dgm:pt>
    <dgm:pt modelId="{7B184E6A-04C2-4AAF-B1E2-117E1ABC7CC8}" type="parTrans" cxnId="{90742989-05AC-41CC-9862-EB4CD5E5B711}">
      <dgm:prSet/>
      <dgm:spPr/>
      <dgm:t>
        <a:bodyPr/>
        <a:lstStyle/>
        <a:p>
          <a:endParaRPr lang="en-IN"/>
        </a:p>
      </dgm:t>
    </dgm:pt>
    <dgm:pt modelId="{924320AB-9342-4AEC-BC1C-03773CA7DDCE}" type="sibTrans" cxnId="{90742989-05AC-41CC-9862-EB4CD5E5B711}">
      <dgm:prSet/>
      <dgm:spPr/>
      <dgm:t>
        <a:bodyPr/>
        <a:lstStyle/>
        <a:p>
          <a:endParaRPr lang="en-IN"/>
        </a:p>
      </dgm:t>
    </dgm:pt>
    <dgm:pt modelId="{7DED4251-2B15-4709-A068-4E3FF056143F}">
      <dgm:prSet/>
      <dgm:spPr/>
      <dgm:t>
        <a:bodyPr/>
        <a:lstStyle/>
        <a:p>
          <a:r>
            <a:rPr lang="en-US" dirty="0"/>
            <a:t>23 original features</a:t>
          </a:r>
          <a:endParaRPr lang="en-IN" dirty="0"/>
        </a:p>
      </dgm:t>
    </dgm:pt>
    <dgm:pt modelId="{E7383F02-3282-425E-A595-492959CF2CF9}" type="parTrans" cxnId="{7F0BB4E0-2946-4585-9A97-43863C7CD519}">
      <dgm:prSet/>
      <dgm:spPr/>
      <dgm:t>
        <a:bodyPr/>
        <a:lstStyle/>
        <a:p>
          <a:endParaRPr lang="en-IN"/>
        </a:p>
      </dgm:t>
    </dgm:pt>
    <dgm:pt modelId="{BB43D2D9-29E2-4A51-AE9B-08F0E0CECA53}" type="sibTrans" cxnId="{7F0BB4E0-2946-4585-9A97-43863C7CD519}">
      <dgm:prSet/>
      <dgm:spPr/>
      <dgm:t>
        <a:bodyPr/>
        <a:lstStyle/>
        <a:p>
          <a:endParaRPr lang="en-IN"/>
        </a:p>
      </dgm:t>
    </dgm:pt>
    <dgm:pt modelId="{708E98D2-1535-4E01-878F-AD9372C5B588}">
      <dgm:prSet/>
      <dgm:spPr/>
      <dgm:t>
        <a:bodyPr/>
        <a:lstStyle/>
        <a:p>
          <a:r>
            <a:rPr lang="en-US"/>
            <a:t>Removed text columns</a:t>
          </a:r>
          <a:endParaRPr lang="en-IN"/>
        </a:p>
      </dgm:t>
    </dgm:pt>
    <dgm:pt modelId="{7D661A56-CF26-4EE4-931F-686C0EC32082}" type="parTrans" cxnId="{311C6432-9356-4604-9635-1721DB912385}">
      <dgm:prSet/>
      <dgm:spPr/>
      <dgm:t>
        <a:bodyPr/>
        <a:lstStyle/>
        <a:p>
          <a:endParaRPr lang="en-IN"/>
        </a:p>
      </dgm:t>
    </dgm:pt>
    <dgm:pt modelId="{3E2A9FAF-BAF5-4AC3-90D9-5F61C4A0E0E2}" type="sibTrans" cxnId="{311C6432-9356-4604-9635-1721DB912385}">
      <dgm:prSet/>
      <dgm:spPr/>
      <dgm:t>
        <a:bodyPr/>
        <a:lstStyle/>
        <a:p>
          <a:endParaRPr lang="en-IN"/>
        </a:p>
      </dgm:t>
    </dgm:pt>
    <dgm:pt modelId="{E67E1FE7-B063-4444-8A43-6C4C81990C97}">
      <dgm:prSet/>
      <dgm:spPr/>
      <dgm:t>
        <a:bodyPr/>
        <a:lstStyle/>
        <a:p>
          <a:r>
            <a:rPr lang="en-IN"/>
            <a:t>id_songs</a:t>
          </a:r>
        </a:p>
      </dgm:t>
    </dgm:pt>
    <dgm:pt modelId="{4129047E-3103-4413-814F-F41B7D23AAF3}" type="parTrans" cxnId="{3814522C-7CC9-4ECC-AFC7-9DA1398FB3AF}">
      <dgm:prSet/>
      <dgm:spPr/>
      <dgm:t>
        <a:bodyPr/>
        <a:lstStyle/>
        <a:p>
          <a:endParaRPr lang="en-IN"/>
        </a:p>
      </dgm:t>
    </dgm:pt>
    <dgm:pt modelId="{B3356071-3EFF-48B6-8FAE-7395B9B4E9FB}" type="sibTrans" cxnId="{3814522C-7CC9-4ECC-AFC7-9DA1398FB3AF}">
      <dgm:prSet/>
      <dgm:spPr/>
      <dgm:t>
        <a:bodyPr/>
        <a:lstStyle/>
        <a:p>
          <a:endParaRPr lang="en-IN"/>
        </a:p>
      </dgm:t>
    </dgm:pt>
    <dgm:pt modelId="{9082E5A3-ED71-442C-A066-0AB3A1A89393}">
      <dgm:prSet/>
      <dgm:spPr/>
      <dgm:t>
        <a:bodyPr/>
        <a:lstStyle/>
        <a:p>
          <a:r>
            <a:rPr lang="en-IN"/>
            <a:t>, name_song</a:t>
          </a:r>
        </a:p>
      </dgm:t>
    </dgm:pt>
    <dgm:pt modelId="{11E8C58F-249B-47E7-BD03-7EBB62776F36}" type="parTrans" cxnId="{2BAC831A-F911-4C30-864D-05BF8034115E}">
      <dgm:prSet/>
      <dgm:spPr/>
      <dgm:t>
        <a:bodyPr/>
        <a:lstStyle/>
        <a:p>
          <a:endParaRPr lang="en-IN"/>
        </a:p>
      </dgm:t>
    </dgm:pt>
    <dgm:pt modelId="{E6A62CDC-E913-42B5-957A-9D8730796681}" type="sibTrans" cxnId="{2BAC831A-F911-4C30-864D-05BF8034115E}">
      <dgm:prSet/>
      <dgm:spPr/>
      <dgm:t>
        <a:bodyPr/>
        <a:lstStyle/>
        <a:p>
          <a:endParaRPr lang="en-IN"/>
        </a:p>
      </dgm:t>
    </dgm:pt>
    <dgm:pt modelId="{BEDF6E9A-7D61-42CE-8CAD-66C23585644D}">
      <dgm:prSet/>
      <dgm:spPr/>
      <dgm:t>
        <a:bodyPr/>
        <a:lstStyle/>
        <a:p>
          <a:r>
            <a:rPr lang="en-IN"/>
            <a:t>, id_artists,</a:t>
          </a:r>
        </a:p>
      </dgm:t>
    </dgm:pt>
    <dgm:pt modelId="{73CC2DEB-80B7-4BFC-8353-80B78E1CA389}" type="parTrans" cxnId="{76E4E6AC-FB73-4DF2-B3E0-B5E706B286A8}">
      <dgm:prSet/>
      <dgm:spPr/>
      <dgm:t>
        <a:bodyPr/>
        <a:lstStyle/>
        <a:p>
          <a:endParaRPr lang="en-IN"/>
        </a:p>
      </dgm:t>
    </dgm:pt>
    <dgm:pt modelId="{D3CA71D3-1D3D-44D7-89FB-55BF42B199A8}" type="sibTrans" cxnId="{76E4E6AC-FB73-4DF2-B3E0-B5E706B286A8}">
      <dgm:prSet/>
      <dgm:spPr/>
      <dgm:t>
        <a:bodyPr/>
        <a:lstStyle/>
        <a:p>
          <a:endParaRPr lang="en-IN"/>
        </a:p>
      </dgm:t>
    </dgm:pt>
    <dgm:pt modelId="{7E450112-ECFD-4E46-89FC-B640564E6188}">
      <dgm:prSet/>
      <dgm:spPr/>
      <dgm:t>
        <a:bodyPr/>
        <a:lstStyle/>
        <a:p>
          <a:r>
            <a:rPr lang="en-IN"/>
            <a:t>release_date,</a:t>
          </a:r>
        </a:p>
      </dgm:t>
    </dgm:pt>
    <dgm:pt modelId="{0127D6CB-7FF2-4541-8D92-D25276BCEBAD}" type="parTrans" cxnId="{A6F933C0-336E-4FC7-8ECA-DAFF1159706F}">
      <dgm:prSet/>
      <dgm:spPr/>
      <dgm:t>
        <a:bodyPr/>
        <a:lstStyle/>
        <a:p>
          <a:endParaRPr lang="en-IN"/>
        </a:p>
      </dgm:t>
    </dgm:pt>
    <dgm:pt modelId="{C0ACC2A9-7424-4A2F-AF4D-68693CFCF5C4}" type="sibTrans" cxnId="{A6F933C0-336E-4FC7-8ECA-DAFF1159706F}">
      <dgm:prSet/>
      <dgm:spPr/>
      <dgm:t>
        <a:bodyPr/>
        <a:lstStyle/>
        <a:p>
          <a:endParaRPr lang="en-IN"/>
        </a:p>
      </dgm:t>
    </dgm:pt>
    <dgm:pt modelId="{1D28FB54-1412-4A91-9E3F-69F57D8AD107}">
      <dgm:prSet/>
      <dgm:spPr/>
      <dgm:t>
        <a:bodyPr/>
        <a:lstStyle/>
        <a:p>
          <a:r>
            <a:rPr lang="en-IN" dirty="0"/>
            <a:t>genres, </a:t>
          </a:r>
        </a:p>
      </dgm:t>
    </dgm:pt>
    <dgm:pt modelId="{DBE33416-BFE3-4ED6-813C-843394227F1F}" type="parTrans" cxnId="{D61707FD-0535-42D5-818B-3A5C07225F2E}">
      <dgm:prSet/>
      <dgm:spPr/>
      <dgm:t>
        <a:bodyPr/>
        <a:lstStyle/>
        <a:p>
          <a:endParaRPr lang="en-IN"/>
        </a:p>
      </dgm:t>
    </dgm:pt>
    <dgm:pt modelId="{0B203676-C79E-4190-BB25-C5E16F18421E}" type="sibTrans" cxnId="{D61707FD-0535-42D5-818B-3A5C07225F2E}">
      <dgm:prSet/>
      <dgm:spPr/>
      <dgm:t>
        <a:bodyPr/>
        <a:lstStyle/>
        <a:p>
          <a:endParaRPr lang="en-IN"/>
        </a:p>
      </dgm:t>
    </dgm:pt>
    <dgm:pt modelId="{853E3769-4196-4F8D-BBCE-273636934AEB}">
      <dgm:prSet/>
      <dgm:spPr/>
      <dgm:t>
        <a:bodyPr/>
        <a:lstStyle/>
        <a:p>
          <a:r>
            <a:rPr lang="en-IN"/>
            <a:t>name_artists</a:t>
          </a:r>
        </a:p>
      </dgm:t>
    </dgm:pt>
    <dgm:pt modelId="{7E61ED94-1A94-48FC-9C11-B1AEA396C68A}" type="parTrans" cxnId="{E329A2C6-26B8-4069-9A8A-38C764F5F628}">
      <dgm:prSet/>
      <dgm:spPr/>
      <dgm:t>
        <a:bodyPr/>
        <a:lstStyle/>
        <a:p>
          <a:endParaRPr lang="en-IN"/>
        </a:p>
      </dgm:t>
    </dgm:pt>
    <dgm:pt modelId="{2F95E683-1708-47F4-9716-98373D457A9B}" type="sibTrans" cxnId="{E329A2C6-26B8-4069-9A8A-38C764F5F628}">
      <dgm:prSet/>
      <dgm:spPr/>
      <dgm:t>
        <a:bodyPr/>
        <a:lstStyle/>
        <a:p>
          <a:endParaRPr lang="en-IN"/>
        </a:p>
      </dgm:t>
    </dgm:pt>
    <dgm:pt modelId="{C01133B6-6D5B-45F1-903A-024975CF2104}">
      <dgm:prSet/>
      <dgm:spPr/>
      <dgm:t>
        <a:bodyPr/>
        <a:lstStyle/>
        <a:p>
          <a:r>
            <a:rPr lang="en-US"/>
            <a:t>Selected 10 sound-related features</a:t>
          </a:r>
          <a:endParaRPr lang="en-IN"/>
        </a:p>
      </dgm:t>
    </dgm:pt>
    <dgm:pt modelId="{4F79EFFE-2B6E-4186-AB97-F954E5CCA5C8}" type="parTrans" cxnId="{EBE03019-AB91-491E-992B-1917E1695FF8}">
      <dgm:prSet/>
      <dgm:spPr/>
      <dgm:t>
        <a:bodyPr/>
        <a:lstStyle/>
        <a:p>
          <a:endParaRPr lang="en-IN"/>
        </a:p>
      </dgm:t>
    </dgm:pt>
    <dgm:pt modelId="{700E0ADC-A177-4A47-ADA9-5EE87043BFAE}" type="sibTrans" cxnId="{EBE03019-AB91-491E-992B-1917E1695FF8}">
      <dgm:prSet/>
      <dgm:spPr/>
      <dgm:t>
        <a:bodyPr/>
        <a:lstStyle/>
        <a:p>
          <a:endParaRPr lang="en-IN"/>
        </a:p>
      </dgm:t>
    </dgm:pt>
    <dgm:pt modelId="{5D80BE2C-010D-4A10-94AB-BE0A105B2611}">
      <dgm:prSet/>
      <dgm:spPr/>
      <dgm:t>
        <a:bodyPr/>
        <a:lstStyle/>
        <a:p>
          <a:r>
            <a:rPr lang="en-IN"/>
            <a:t>Danceability,</a:t>
          </a:r>
        </a:p>
      </dgm:t>
    </dgm:pt>
    <dgm:pt modelId="{1DA69041-4417-4B33-B819-8CD5A8C85513}" type="parTrans" cxnId="{E0F90A7A-A2D8-4A00-A804-255E08A8425A}">
      <dgm:prSet/>
      <dgm:spPr/>
      <dgm:t>
        <a:bodyPr/>
        <a:lstStyle/>
        <a:p>
          <a:endParaRPr lang="en-IN"/>
        </a:p>
      </dgm:t>
    </dgm:pt>
    <dgm:pt modelId="{F8B28D84-AF0E-467B-BB3F-AE2FA45CE16D}" type="sibTrans" cxnId="{E0F90A7A-A2D8-4A00-A804-255E08A8425A}">
      <dgm:prSet/>
      <dgm:spPr/>
      <dgm:t>
        <a:bodyPr/>
        <a:lstStyle/>
        <a:p>
          <a:endParaRPr lang="en-IN"/>
        </a:p>
      </dgm:t>
    </dgm:pt>
    <dgm:pt modelId="{E9999C3F-9EEA-4BD5-8803-3A621ED350A4}">
      <dgm:prSet/>
      <dgm:spPr/>
      <dgm:t>
        <a:bodyPr/>
        <a:lstStyle/>
        <a:p>
          <a:r>
            <a:rPr lang="en-IN"/>
            <a:t>energy,</a:t>
          </a:r>
        </a:p>
      </dgm:t>
    </dgm:pt>
    <dgm:pt modelId="{D39F7F45-76AA-4158-8869-320482C03D4F}" type="parTrans" cxnId="{F4A33001-3661-4CDA-8A92-A235BFE1CB96}">
      <dgm:prSet/>
      <dgm:spPr/>
      <dgm:t>
        <a:bodyPr/>
        <a:lstStyle/>
        <a:p>
          <a:endParaRPr lang="en-IN"/>
        </a:p>
      </dgm:t>
    </dgm:pt>
    <dgm:pt modelId="{32569A47-500A-4E86-9EA7-3D8A6FAA8E00}" type="sibTrans" cxnId="{F4A33001-3661-4CDA-8A92-A235BFE1CB96}">
      <dgm:prSet/>
      <dgm:spPr/>
      <dgm:t>
        <a:bodyPr/>
        <a:lstStyle/>
        <a:p>
          <a:endParaRPr lang="en-IN"/>
        </a:p>
      </dgm:t>
    </dgm:pt>
    <dgm:pt modelId="{1EB8E179-3632-4F07-B84C-9B5852233902}">
      <dgm:prSet/>
      <dgm:spPr/>
      <dgm:t>
        <a:bodyPr/>
        <a:lstStyle/>
        <a:p>
          <a:r>
            <a:rPr lang="en-IN"/>
            <a:t>loudness,</a:t>
          </a:r>
        </a:p>
      </dgm:t>
    </dgm:pt>
    <dgm:pt modelId="{DD57C0E9-DA69-40D4-9BAA-47B78A3FF658}" type="parTrans" cxnId="{E0909EE1-E8F0-4B84-B9DF-DBDE33673173}">
      <dgm:prSet/>
      <dgm:spPr/>
      <dgm:t>
        <a:bodyPr/>
        <a:lstStyle/>
        <a:p>
          <a:endParaRPr lang="en-IN"/>
        </a:p>
      </dgm:t>
    </dgm:pt>
    <dgm:pt modelId="{FA900DD2-DD08-4514-A1E9-D42589040BC9}" type="sibTrans" cxnId="{E0909EE1-E8F0-4B84-B9DF-DBDE33673173}">
      <dgm:prSet/>
      <dgm:spPr/>
      <dgm:t>
        <a:bodyPr/>
        <a:lstStyle/>
        <a:p>
          <a:endParaRPr lang="en-IN"/>
        </a:p>
      </dgm:t>
    </dgm:pt>
    <dgm:pt modelId="{2A22585A-F57B-4B34-B534-DB88F9B90BFC}">
      <dgm:prSet/>
      <dgm:spPr/>
      <dgm:t>
        <a:bodyPr/>
        <a:lstStyle/>
        <a:p>
          <a:r>
            <a:rPr lang="en-IN"/>
            <a:t>speechiness, </a:t>
          </a:r>
        </a:p>
      </dgm:t>
    </dgm:pt>
    <dgm:pt modelId="{380E6B4E-F48A-47F7-9FE0-9CCF18CB42B8}" type="parTrans" cxnId="{2CADA113-C2B6-4CBB-9086-46786CC1CF84}">
      <dgm:prSet/>
      <dgm:spPr/>
      <dgm:t>
        <a:bodyPr/>
        <a:lstStyle/>
        <a:p>
          <a:endParaRPr lang="en-IN"/>
        </a:p>
      </dgm:t>
    </dgm:pt>
    <dgm:pt modelId="{EC093F03-71DF-4218-B1BA-D13D16779729}" type="sibTrans" cxnId="{2CADA113-C2B6-4CBB-9086-46786CC1CF84}">
      <dgm:prSet/>
      <dgm:spPr/>
      <dgm:t>
        <a:bodyPr/>
        <a:lstStyle/>
        <a:p>
          <a:endParaRPr lang="en-IN"/>
        </a:p>
      </dgm:t>
    </dgm:pt>
    <dgm:pt modelId="{1FBF9B7F-3AA9-4578-9F75-BBE3350D3D96}">
      <dgm:prSet/>
      <dgm:spPr/>
      <dgm:t>
        <a:bodyPr/>
        <a:lstStyle/>
        <a:p>
          <a:r>
            <a:rPr lang="en-IN"/>
            <a:t>acousticness, </a:t>
          </a:r>
        </a:p>
      </dgm:t>
    </dgm:pt>
    <dgm:pt modelId="{7A38DA59-C03C-4BA1-8CF4-52F2D2065268}" type="parTrans" cxnId="{A1427A85-A9DE-45F2-AEB1-C92556A8757C}">
      <dgm:prSet/>
      <dgm:spPr/>
      <dgm:t>
        <a:bodyPr/>
        <a:lstStyle/>
        <a:p>
          <a:endParaRPr lang="en-IN"/>
        </a:p>
      </dgm:t>
    </dgm:pt>
    <dgm:pt modelId="{1FC5A048-14C8-41A7-B635-AAF486710662}" type="sibTrans" cxnId="{A1427A85-A9DE-45F2-AEB1-C92556A8757C}">
      <dgm:prSet/>
      <dgm:spPr/>
      <dgm:t>
        <a:bodyPr/>
        <a:lstStyle/>
        <a:p>
          <a:endParaRPr lang="en-IN"/>
        </a:p>
      </dgm:t>
    </dgm:pt>
    <dgm:pt modelId="{38D4E08B-B521-4624-9CD7-17CD510F9817}">
      <dgm:prSet/>
      <dgm:spPr/>
      <dgm:t>
        <a:bodyPr/>
        <a:lstStyle/>
        <a:p>
          <a:r>
            <a:rPr lang="en-IN"/>
            <a:t>Instrumentalness</a:t>
          </a:r>
        </a:p>
      </dgm:t>
    </dgm:pt>
    <dgm:pt modelId="{19FA10D0-B985-408D-99B4-BFC6590B0CA7}" type="parTrans" cxnId="{F52CC85D-AF43-451D-A26D-544F69BAF149}">
      <dgm:prSet/>
      <dgm:spPr/>
      <dgm:t>
        <a:bodyPr/>
        <a:lstStyle/>
        <a:p>
          <a:endParaRPr lang="en-IN"/>
        </a:p>
      </dgm:t>
    </dgm:pt>
    <dgm:pt modelId="{4519F2CA-10D6-4227-8EEA-1E4EBB04D651}" type="sibTrans" cxnId="{F52CC85D-AF43-451D-A26D-544F69BAF149}">
      <dgm:prSet/>
      <dgm:spPr/>
      <dgm:t>
        <a:bodyPr/>
        <a:lstStyle/>
        <a:p>
          <a:endParaRPr lang="en-IN"/>
        </a:p>
      </dgm:t>
    </dgm:pt>
    <dgm:pt modelId="{56E41BB0-D028-46A8-A6C2-587226FC53F9}">
      <dgm:prSet/>
      <dgm:spPr/>
      <dgm:t>
        <a:bodyPr/>
        <a:lstStyle/>
        <a:p>
          <a:r>
            <a:rPr lang="en-IN"/>
            <a:t>liveness, </a:t>
          </a:r>
        </a:p>
      </dgm:t>
    </dgm:pt>
    <dgm:pt modelId="{94A33F07-CE75-4336-8F80-94F5C982D2FD}" type="parTrans" cxnId="{7FB0896D-70FF-4605-A3B8-29BAC1635382}">
      <dgm:prSet/>
      <dgm:spPr/>
      <dgm:t>
        <a:bodyPr/>
        <a:lstStyle/>
        <a:p>
          <a:endParaRPr lang="en-IN"/>
        </a:p>
      </dgm:t>
    </dgm:pt>
    <dgm:pt modelId="{096E9E2B-1DFE-467B-9C54-95F02C071213}" type="sibTrans" cxnId="{7FB0896D-70FF-4605-A3B8-29BAC1635382}">
      <dgm:prSet/>
      <dgm:spPr/>
      <dgm:t>
        <a:bodyPr/>
        <a:lstStyle/>
        <a:p>
          <a:endParaRPr lang="en-IN"/>
        </a:p>
      </dgm:t>
    </dgm:pt>
    <dgm:pt modelId="{B49A32ED-A0DC-4DA3-B9F4-333586F2CCAE}">
      <dgm:prSet/>
      <dgm:spPr/>
      <dgm:t>
        <a:bodyPr/>
        <a:lstStyle/>
        <a:p>
          <a:r>
            <a:rPr lang="en-IN"/>
            <a:t>valence, </a:t>
          </a:r>
        </a:p>
      </dgm:t>
    </dgm:pt>
    <dgm:pt modelId="{3031B7BA-7CD6-496A-BADB-A45906B9DAA4}" type="parTrans" cxnId="{D54653FF-5504-4934-A411-932121460C76}">
      <dgm:prSet/>
      <dgm:spPr/>
      <dgm:t>
        <a:bodyPr/>
        <a:lstStyle/>
        <a:p>
          <a:endParaRPr lang="en-IN"/>
        </a:p>
      </dgm:t>
    </dgm:pt>
    <dgm:pt modelId="{BE37D8EA-7D05-4469-8C4E-46A6419C2578}" type="sibTrans" cxnId="{D54653FF-5504-4934-A411-932121460C76}">
      <dgm:prSet/>
      <dgm:spPr/>
      <dgm:t>
        <a:bodyPr/>
        <a:lstStyle/>
        <a:p>
          <a:endParaRPr lang="en-IN"/>
        </a:p>
      </dgm:t>
    </dgm:pt>
    <dgm:pt modelId="{B14131D7-D46C-4F64-9893-93F3024C4E1B}">
      <dgm:prSet/>
      <dgm:spPr/>
      <dgm:t>
        <a:bodyPr/>
        <a:lstStyle/>
        <a:p>
          <a:r>
            <a:rPr lang="en-IN"/>
            <a:t>tempo, </a:t>
          </a:r>
        </a:p>
      </dgm:t>
    </dgm:pt>
    <dgm:pt modelId="{4BA3EBE2-2FBD-46D3-A296-D5DDDC81F506}" type="parTrans" cxnId="{186458B9-ECFE-44E4-978C-A61BA1F7CAD0}">
      <dgm:prSet/>
      <dgm:spPr/>
      <dgm:t>
        <a:bodyPr/>
        <a:lstStyle/>
        <a:p>
          <a:endParaRPr lang="en-IN"/>
        </a:p>
      </dgm:t>
    </dgm:pt>
    <dgm:pt modelId="{558D3018-7A93-4B9C-85B4-019807546486}" type="sibTrans" cxnId="{186458B9-ECFE-44E4-978C-A61BA1F7CAD0}">
      <dgm:prSet/>
      <dgm:spPr/>
      <dgm:t>
        <a:bodyPr/>
        <a:lstStyle/>
        <a:p>
          <a:endParaRPr lang="en-IN"/>
        </a:p>
      </dgm:t>
    </dgm:pt>
    <dgm:pt modelId="{4191A9A9-727B-4C8E-A0FE-C6723059376A}">
      <dgm:prSet/>
      <dgm:spPr/>
      <dgm:t>
        <a:bodyPr/>
        <a:lstStyle/>
        <a:p>
          <a:r>
            <a:rPr lang="en-IN"/>
            <a:t>duration_ms</a:t>
          </a:r>
        </a:p>
      </dgm:t>
    </dgm:pt>
    <dgm:pt modelId="{38B83934-53C5-433B-9708-D011F437D00C}" type="parTrans" cxnId="{4BDC12AD-F26B-4479-8136-C46880CD53FF}">
      <dgm:prSet/>
      <dgm:spPr/>
      <dgm:t>
        <a:bodyPr/>
        <a:lstStyle/>
        <a:p>
          <a:endParaRPr lang="en-IN"/>
        </a:p>
      </dgm:t>
    </dgm:pt>
    <dgm:pt modelId="{53D7085C-43F9-4106-8AFF-61DE79C98278}" type="sibTrans" cxnId="{4BDC12AD-F26B-4479-8136-C46880CD53FF}">
      <dgm:prSet/>
      <dgm:spPr/>
      <dgm:t>
        <a:bodyPr/>
        <a:lstStyle/>
        <a:p>
          <a:endParaRPr lang="en-IN"/>
        </a:p>
      </dgm:t>
    </dgm:pt>
    <dgm:pt modelId="{A7CC68D4-DF31-4C5F-8171-40ED68055378}">
      <dgm:prSet/>
      <dgm:spPr/>
      <dgm:t>
        <a:bodyPr/>
        <a:lstStyle/>
        <a:p>
          <a:r>
            <a:rPr lang="en-IN" dirty="0" err="1"/>
            <a:t>id_songs</a:t>
          </a:r>
          <a:endParaRPr lang="en-IN" dirty="0"/>
        </a:p>
      </dgm:t>
    </dgm:pt>
    <dgm:pt modelId="{E96C80C6-5BA5-4E19-A3DA-81C71E774E19}" type="parTrans" cxnId="{CF6B1A4B-EF1E-43F2-B3C3-59B87183D7A7}">
      <dgm:prSet/>
      <dgm:spPr/>
      <dgm:t>
        <a:bodyPr/>
        <a:lstStyle/>
        <a:p>
          <a:endParaRPr lang="en-IN"/>
        </a:p>
      </dgm:t>
    </dgm:pt>
    <dgm:pt modelId="{F9BC4E6C-CE99-4C43-90CA-411236F4D695}" type="sibTrans" cxnId="{CF6B1A4B-EF1E-43F2-B3C3-59B87183D7A7}">
      <dgm:prSet/>
      <dgm:spPr/>
      <dgm:t>
        <a:bodyPr/>
        <a:lstStyle/>
        <a:p>
          <a:endParaRPr lang="en-IN"/>
        </a:p>
      </dgm:t>
    </dgm:pt>
    <dgm:pt modelId="{9F9AD0CD-AFAE-4861-BBBA-840ED3E83321}">
      <dgm:prSet/>
      <dgm:spPr/>
      <dgm:t>
        <a:bodyPr/>
        <a:lstStyle/>
        <a:p>
          <a:r>
            <a:rPr lang="en-IN" dirty="0" err="1"/>
            <a:t>name_song</a:t>
          </a:r>
          <a:r>
            <a:rPr lang="en-IN" dirty="0"/>
            <a:t> 	</a:t>
          </a:r>
        </a:p>
      </dgm:t>
    </dgm:pt>
    <dgm:pt modelId="{4939CC5A-145E-4D05-9054-EE03FCB176BF}" type="parTrans" cxnId="{59FAEA8A-78B6-48EE-9A47-32F3BA1263B2}">
      <dgm:prSet/>
      <dgm:spPr/>
      <dgm:t>
        <a:bodyPr/>
        <a:lstStyle/>
        <a:p>
          <a:endParaRPr lang="en-IN"/>
        </a:p>
      </dgm:t>
    </dgm:pt>
    <dgm:pt modelId="{F9030F93-AF66-4473-A7B3-BA305236563A}" type="sibTrans" cxnId="{59FAEA8A-78B6-48EE-9A47-32F3BA1263B2}">
      <dgm:prSet/>
      <dgm:spPr/>
      <dgm:t>
        <a:bodyPr/>
        <a:lstStyle/>
        <a:p>
          <a:endParaRPr lang="en-IN"/>
        </a:p>
      </dgm:t>
    </dgm:pt>
    <dgm:pt modelId="{8A6D6FB9-D902-49D7-AD8A-7C7EA9BD1C4C}">
      <dgm:prSet/>
      <dgm:spPr/>
      <dgm:t>
        <a:bodyPr/>
        <a:lstStyle/>
        <a:p>
          <a:r>
            <a:rPr lang="en-IN" dirty="0" err="1"/>
            <a:t>popularity_songs</a:t>
          </a:r>
          <a:endParaRPr lang="en-IN" dirty="0"/>
        </a:p>
      </dgm:t>
    </dgm:pt>
    <dgm:pt modelId="{8E61B0A6-C44D-4C76-8C0B-DBD0B97D3532}" type="parTrans" cxnId="{81D62BF2-0413-4A05-81B7-3A62A5B85882}">
      <dgm:prSet/>
      <dgm:spPr/>
      <dgm:t>
        <a:bodyPr/>
        <a:lstStyle/>
        <a:p>
          <a:endParaRPr lang="en-IN"/>
        </a:p>
      </dgm:t>
    </dgm:pt>
    <dgm:pt modelId="{4AE2B033-09D3-4668-BBD8-729195302981}" type="sibTrans" cxnId="{81D62BF2-0413-4A05-81B7-3A62A5B85882}">
      <dgm:prSet/>
      <dgm:spPr/>
      <dgm:t>
        <a:bodyPr/>
        <a:lstStyle/>
        <a:p>
          <a:endParaRPr lang="en-IN"/>
        </a:p>
      </dgm:t>
    </dgm:pt>
    <dgm:pt modelId="{DBB945F2-45A6-4308-BA44-93A199BD6F5A}">
      <dgm:prSet/>
      <dgm:spPr/>
      <dgm:t>
        <a:bodyPr/>
        <a:lstStyle/>
        <a:p>
          <a:r>
            <a:rPr lang="en-IN" dirty="0"/>
            <a:t>explicit</a:t>
          </a:r>
        </a:p>
      </dgm:t>
    </dgm:pt>
    <dgm:pt modelId="{19EED4B9-942E-45D2-BBC8-4716BA26680A}" type="parTrans" cxnId="{84D99008-1DBC-40BC-B26D-032394D10730}">
      <dgm:prSet/>
      <dgm:spPr/>
      <dgm:t>
        <a:bodyPr/>
        <a:lstStyle/>
        <a:p>
          <a:endParaRPr lang="en-IN"/>
        </a:p>
      </dgm:t>
    </dgm:pt>
    <dgm:pt modelId="{49DEFDA0-D2B0-4933-9592-64ED17DD8745}" type="sibTrans" cxnId="{84D99008-1DBC-40BC-B26D-032394D10730}">
      <dgm:prSet/>
      <dgm:spPr/>
      <dgm:t>
        <a:bodyPr/>
        <a:lstStyle/>
        <a:p>
          <a:endParaRPr lang="en-IN"/>
        </a:p>
      </dgm:t>
    </dgm:pt>
    <dgm:pt modelId="{40F8E6FC-C50A-4EC5-9D69-2B33F0DAF67E}">
      <dgm:prSet/>
      <dgm:spPr/>
      <dgm:t>
        <a:bodyPr/>
        <a:lstStyle/>
        <a:p>
          <a:r>
            <a:rPr lang="en-IN" dirty="0" err="1"/>
            <a:t>duration_ms</a:t>
          </a:r>
          <a:endParaRPr lang="en-IN" dirty="0"/>
        </a:p>
      </dgm:t>
    </dgm:pt>
    <dgm:pt modelId="{18F73B26-1609-4E1F-A8A2-A3368467AEA1}" type="parTrans" cxnId="{E093DC09-3EC7-4875-B18F-41359C1DDD4B}">
      <dgm:prSet/>
      <dgm:spPr/>
      <dgm:t>
        <a:bodyPr/>
        <a:lstStyle/>
        <a:p>
          <a:endParaRPr lang="en-IN"/>
        </a:p>
      </dgm:t>
    </dgm:pt>
    <dgm:pt modelId="{8FC7E571-7C05-427B-945F-590740569573}" type="sibTrans" cxnId="{E093DC09-3EC7-4875-B18F-41359C1DDD4B}">
      <dgm:prSet/>
      <dgm:spPr/>
      <dgm:t>
        <a:bodyPr/>
        <a:lstStyle/>
        <a:p>
          <a:endParaRPr lang="en-IN"/>
        </a:p>
      </dgm:t>
    </dgm:pt>
    <dgm:pt modelId="{4B50AB35-A783-432D-B1F6-0A7786DA0FFF}">
      <dgm:prSet/>
      <dgm:spPr/>
      <dgm:t>
        <a:bodyPr/>
        <a:lstStyle/>
        <a:p>
          <a:r>
            <a:rPr lang="en-IN" dirty="0" err="1"/>
            <a:t>id_artists</a:t>
          </a:r>
          <a:endParaRPr lang="en-IN" dirty="0"/>
        </a:p>
      </dgm:t>
    </dgm:pt>
    <dgm:pt modelId="{25961A13-542B-4B2A-B474-60507FC09EE5}" type="parTrans" cxnId="{17C15955-7312-4A46-87A6-C591EB436526}">
      <dgm:prSet/>
      <dgm:spPr/>
      <dgm:t>
        <a:bodyPr/>
        <a:lstStyle/>
        <a:p>
          <a:endParaRPr lang="en-IN"/>
        </a:p>
      </dgm:t>
    </dgm:pt>
    <dgm:pt modelId="{BB8B1AF4-6BB7-40BF-A6D6-2DFFB58400BF}" type="sibTrans" cxnId="{17C15955-7312-4A46-87A6-C591EB436526}">
      <dgm:prSet/>
      <dgm:spPr/>
      <dgm:t>
        <a:bodyPr/>
        <a:lstStyle/>
        <a:p>
          <a:endParaRPr lang="en-IN"/>
        </a:p>
      </dgm:t>
    </dgm:pt>
    <dgm:pt modelId="{89620299-3034-477A-B770-A4242648D10A}">
      <dgm:prSet/>
      <dgm:spPr/>
      <dgm:t>
        <a:bodyPr/>
        <a:lstStyle/>
        <a:p>
          <a:r>
            <a:rPr lang="en-IN" dirty="0" err="1"/>
            <a:t>release_date</a:t>
          </a:r>
          <a:endParaRPr lang="en-IN" dirty="0"/>
        </a:p>
      </dgm:t>
    </dgm:pt>
    <dgm:pt modelId="{118213DF-282A-40C3-9197-A049807F5E3B}" type="parTrans" cxnId="{09FE5EB8-B0BC-4338-80EA-FFECAD05C9AC}">
      <dgm:prSet/>
      <dgm:spPr/>
      <dgm:t>
        <a:bodyPr/>
        <a:lstStyle/>
        <a:p>
          <a:endParaRPr lang="en-IN"/>
        </a:p>
      </dgm:t>
    </dgm:pt>
    <dgm:pt modelId="{C73F37B5-B19E-4723-8A7D-84AFE89C7F13}" type="sibTrans" cxnId="{09FE5EB8-B0BC-4338-80EA-FFECAD05C9AC}">
      <dgm:prSet/>
      <dgm:spPr/>
      <dgm:t>
        <a:bodyPr/>
        <a:lstStyle/>
        <a:p>
          <a:endParaRPr lang="en-IN"/>
        </a:p>
      </dgm:t>
    </dgm:pt>
    <dgm:pt modelId="{1040ED12-1294-472F-A827-159A3A339A3C}">
      <dgm:prSet/>
      <dgm:spPr/>
      <dgm:t>
        <a:bodyPr/>
        <a:lstStyle/>
        <a:p>
          <a:r>
            <a:rPr lang="en-IN" dirty="0"/>
            <a:t>danceability</a:t>
          </a:r>
        </a:p>
      </dgm:t>
    </dgm:pt>
    <dgm:pt modelId="{BAE63848-7E6B-48E1-9F58-6431DD60C161}" type="parTrans" cxnId="{CCBF76CA-EC8F-48B2-8D80-7C07CFAF4C13}">
      <dgm:prSet/>
      <dgm:spPr/>
      <dgm:t>
        <a:bodyPr/>
        <a:lstStyle/>
        <a:p>
          <a:endParaRPr lang="en-IN"/>
        </a:p>
      </dgm:t>
    </dgm:pt>
    <dgm:pt modelId="{E413C718-C0CB-4C33-A0CD-B8B3C8812C75}" type="sibTrans" cxnId="{CCBF76CA-EC8F-48B2-8D80-7C07CFAF4C13}">
      <dgm:prSet/>
      <dgm:spPr/>
      <dgm:t>
        <a:bodyPr/>
        <a:lstStyle/>
        <a:p>
          <a:endParaRPr lang="en-IN"/>
        </a:p>
      </dgm:t>
    </dgm:pt>
    <dgm:pt modelId="{D7BE833B-2E57-422D-A4A4-77B0E2E6602D}">
      <dgm:prSet/>
      <dgm:spPr/>
      <dgm:t>
        <a:bodyPr/>
        <a:lstStyle/>
        <a:p>
          <a:r>
            <a:rPr lang="en-IN" dirty="0"/>
            <a:t>energy 	</a:t>
          </a:r>
        </a:p>
      </dgm:t>
    </dgm:pt>
    <dgm:pt modelId="{547FE9D3-123E-4997-B6F6-D90C25988E69}" type="parTrans" cxnId="{F318D61E-AD22-424A-A7D3-295885D8CA89}">
      <dgm:prSet/>
      <dgm:spPr/>
      <dgm:t>
        <a:bodyPr/>
        <a:lstStyle/>
        <a:p>
          <a:endParaRPr lang="en-IN"/>
        </a:p>
      </dgm:t>
    </dgm:pt>
    <dgm:pt modelId="{E558B00C-00F2-40A1-9EB1-386EFCF2AFF6}" type="sibTrans" cxnId="{F318D61E-AD22-424A-A7D3-295885D8CA89}">
      <dgm:prSet/>
      <dgm:spPr/>
      <dgm:t>
        <a:bodyPr/>
        <a:lstStyle/>
        <a:p>
          <a:endParaRPr lang="en-IN"/>
        </a:p>
      </dgm:t>
    </dgm:pt>
    <dgm:pt modelId="{950C21F1-50CB-4F1C-8309-D8EB35D3B447}">
      <dgm:prSet/>
      <dgm:spPr/>
      <dgm:t>
        <a:bodyPr/>
        <a:lstStyle/>
        <a:p>
          <a:r>
            <a:rPr lang="en-IN" dirty="0"/>
            <a:t>key 	</a:t>
          </a:r>
        </a:p>
      </dgm:t>
    </dgm:pt>
    <dgm:pt modelId="{4E5A8001-1114-461F-A8C0-BE1916A9F983}" type="parTrans" cxnId="{C385F696-1186-4B4C-973B-6C05EA453589}">
      <dgm:prSet/>
      <dgm:spPr/>
      <dgm:t>
        <a:bodyPr/>
        <a:lstStyle/>
        <a:p>
          <a:endParaRPr lang="en-IN"/>
        </a:p>
      </dgm:t>
    </dgm:pt>
    <dgm:pt modelId="{2974E08A-6C11-42DB-BBDA-11514BF5D766}" type="sibTrans" cxnId="{C385F696-1186-4B4C-973B-6C05EA453589}">
      <dgm:prSet/>
      <dgm:spPr/>
      <dgm:t>
        <a:bodyPr/>
        <a:lstStyle/>
        <a:p>
          <a:endParaRPr lang="en-IN"/>
        </a:p>
      </dgm:t>
    </dgm:pt>
    <dgm:pt modelId="{D6119620-A33F-452A-9CF8-40062D3C3CFC}">
      <dgm:prSet/>
      <dgm:spPr/>
      <dgm:t>
        <a:bodyPr/>
        <a:lstStyle/>
        <a:p>
          <a:r>
            <a:rPr lang="en-IN" dirty="0"/>
            <a:t>loudness</a:t>
          </a:r>
        </a:p>
      </dgm:t>
    </dgm:pt>
    <dgm:pt modelId="{4367C22F-10BD-4F9B-8F9C-7AE60CE1F4B4}" type="parTrans" cxnId="{D6C8A380-E2C3-4678-96E3-70BF7EA1D918}">
      <dgm:prSet/>
      <dgm:spPr/>
      <dgm:t>
        <a:bodyPr/>
        <a:lstStyle/>
        <a:p>
          <a:endParaRPr lang="en-IN"/>
        </a:p>
      </dgm:t>
    </dgm:pt>
    <dgm:pt modelId="{F352CE6F-C812-4B5F-AD52-26527F922C65}" type="sibTrans" cxnId="{D6C8A380-E2C3-4678-96E3-70BF7EA1D918}">
      <dgm:prSet/>
      <dgm:spPr/>
      <dgm:t>
        <a:bodyPr/>
        <a:lstStyle/>
        <a:p>
          <a:endParaRPr lang="en-IN"/>
        </a:p>
      </dgm:t>
    </dgm:pt>
    <dgm:pt modelId="{A5BCE336-D799-439C-930F-0C9C56A4E9E4}">
      <dgm:prSet/>
      <dgm:spPr/>
      <dgm:t>
        <a:bodyPr/>
        <a:lstStyle/>
        <a:p>
          <a:r>
            <a:rPr lang="en-IN" dirty="0"/>
            <a:t>mode</a:t>
          </a:r>
        </a:p>
      </dgm:t>
    </dgm:pt>
    <dgm:pt modelId="{2B37A029-F7B3-4397-AA0B-B022C9F66DCB}" type="parTrans" cxnId="{09279586-401A-4726-88DB-1B29964D42C3}">
      <dgm:prSet/>
      <dgm:spPr/>
      <dgm:t>
        <a:bodyPr/>
        <a:lstStyle/>
        <a:p>
          <a:endParaRPr lang="en-IN"/>
        </a:p>
      </dgm:t>
    </dgm:pt>
    <dgm:pt modelId="{B5B77B7B-6F0B-4021-9FD6-5107661DF634}" type="sibTrans" cxnId="{09279586-401A-4726-88DB-1B29964D42C3}">
      <dgm:prSet/>
      <dgm:spPr/>
      <dgm:t>
        <a:bodyPr/>
        <a:lstStyle/>
        <a:p>
          <a:endParaRPr lang="en-IN"/>
        </a:p>
      </dgm:t>
    </dgm:pt>
    <dgm:pt modelId="{4EBB60C7-7CD5-411E-920D-B3369AD24D6D}">
      <dgm:prSet/>
      <dgm:spPr/>
      <dgm:t>
        <a:bodyPr/>
        <a:lstStyle/>
        <a:p>
          <a:r>
            <a:rPr lang="en-IN" dirty="0" err="1"/>
            <a:t>speechiness</a:t>
          </a:r>
          <a:endParaRPr lang="en-IN" dirty="0"/>
        </a:p>
      </dgm:t>
    </dgm:pt>
    <dgm:pt modelId="{6593E837-241B-4509-B02A-3E0743F94FAB}" type="parTrans" cxnId="{E514B93F-A393-4462-B09E-0653207E3BB5}">
      <dgm:prSet/>
      <dgm:spPr/>
      <dgm:t>
        <a:bodyPr/>
        <a:lstStyle/>
        <a:p>
          <a:endParaRPr lang="en-IN"/>
        </a:p>
      </dgm:t>
    </dgm:pt>
    <dgm:pt modelId="{42A624BB-4E9A-48D1-9444-4F528ED3B191}" type="sibTrans" cxnId="{E514B93F-A393-4462-B09E-0653207E3BB5}">
      <dgm:prSet/>
      <dgm:spPr/>
      <dgm:t>
        <a:bodyPr/>
        <a:lstStyle/>
        <a:p>
          <a:endParaRPr lang="en-IN"/>
        </a:p>
      </dgm:t>
    </dgm:pt>
    <dgm:pt modelId="{5F992813-2630-4C1B-9EAF-67B3478F4D2B}">
      <dgm:prSet/>
      <dgm:spPr/>
      <dgm:t>
        <a:bodyPr/>
        <a:lstStyle/>
        <a:p>
          <a:r>
            <a:rPr lang="en-IN" dirty="0" err="1"/>
            <a:t>acousticness</a:t>
          </a:r>
          <a:endParaRPr lang="en-IN" dirty="0"/>
        </a:p>
      </dgm:t>
    </dgm:pt>
    <dgm:pt modelId="{D7F53614-A0FC-4B99-8827-E8C81B6E5225}" type="parTrans" cxnId="{0A6B6133-D369-4546-85F0-738A6DD8BC7A}">
      <dgm:prSet/>
      <dgm:spPr/>
      <dgm:t>
        <a:bodyPr/>
        <a:lstStyle/>
        <a:p>
          <a:endParaRPr lang="en-IN"/>
        </a:p>
      </dgm:t>
    </dgm:pt>
    <dgm:pt modelId="{9703351A-A967-4D24-9F9B-8634F136251E}" type="sibTrans" cxnId="{0A6B6133-D369-4546-85F0-738A6DD8BC7A}">
      <dgm:prSet/>
      <dgm:spPr/>
      <dgm:t>
        <a:bodyPr/>
        <a:lstStyle/>
        <a:p>
          <a:endParaRPr lang="en-IN"/>
        </a:p>
      </dgm:t>
    </dgm:pt>
    <dgm:pt modelId="{BF9F3163-3859-4756-AE57-43509EAB75DD}">
      <dgm:prSet/>
      <dgm:spPr/>
      <dgm:t>
        <a:bodyPr/>
        <a:lstStyle/>
        <a:p>
          <a:r>
            <a:rPr lang="en-IN" dirty="0" err="1"/>
            <a:t>instrumentalness</a:t>
          </a:r>
          <a:endParaRPr lang="en-IN" dirty="0"/>
        </a:p>
      </dgm:t>
    </dgm:pt>
    <dgm:pt modelId="{2165E625-D2E7-40AD-ACB3-B01BE753B97D}" type="parTrans" cxnId="{073DE5E7-72C3-4FE5-811C-3A09B9ADF079}">
      <dgm:prSet/>
      <dgm:spPr/>
      <dgm:t>
        <a:bodyPr/>
        <a:lstStyle/>
        <a:p>
          <a:endParaRPr lang="en-IN"/>
        </a:p>
      </dgm:t>
    </dgm:pt>
    <dgm:pt modelId="{9777F7C6-1AED-4722-9DF3-517A3B4C09C8}" type="sibTrans" cxnId="{073DE5E7-72C3-4FE5-811C-3A09B9ADF079}">
      <dgm:prSet/>
      <dgm:spPr/>
      <dgm:t>
        <a:bodyPr/>
        <a:lstStyle/>
        <a:p>
          <a:endParaRPr lang="en-IN"/>
        </a:p>
      </dgm:t>
    </dgm:pt>
    <dgm:pt modelId="{71CCAB12-D63C-4AEC-AA27-B45C09D3A372}">
      <dgm:prSet/>
      <dgm:spPr/>
      <dgm:t>
        <a:bodyPr/>
        <a:lstStyle/>
        <a:p>
          <a:r>
            <a:rPr lang="en-IN" dirty="0"/>
            <a:t>liveness 	</a:t>
          </a:r>
        </a:p>
      </dgm:t>
    </dgm:pt>
    <dgm:pt modelId="{4F7DE426-D8B0-4CDB-9C25-9963078CAEA9}" type="parTrans" cxnId="{ECABB9F1-9E0C-4DA4-BC3E-2C1A5F338D80}">
      <dgm:prSet/>
      <dgm:spPr/>
      <dgm:t>
        <a:bodyPr/>
        <a:lstStyle/>
        <a:p>
          <a:endParaRPr lang="en-IN"/>
        </a:p>
      </dgm:t>
    </dgm:pt>
    <dgm:pt modelId="{CA995E2F-18EF-4B2A-8F34-B71C48F77858}" type="sibTrans" cxnId="{ECABB9F1-9E0C-4DA4-BC3E-2C1A5F338D80}">
      <dgm:prSet/>
      <dgm:spPr/>
      <dgm:t>
        <a:bodyPr/>
        <a:lstStyle/>
        <a:p>
          <a:endParaRPr lang="en-IN"/>
        </a:p>
      </dgm:t>
    </dgm:pt>
    <dgm:pt modelId="{59393E05-5846-4D10-A16B-3F4E05C3C3A5}">
      <dgm:prSet/>
      <dgm:spPr/>
      <dgm:t>
        <a:bodyPr/>
        <a:lstStyle/>
        <a:p>
          <a:r>
            <a:rPr lang="en-IN" dirty="0"/>
            <a:t>valence 	</a:t>
          </a:r>
        </a:p>
      </dgm:t>
    </dgm:pt>
    <dgm:pt modelId="{61233AC9-360D-417E-AB6C-52D7B4C8631E}" type="parTrans" cxnId="{3C14BBD5-CA72-4B6F-BA4C-BE9AB302D39C}">
      <dgm:prSet/>
      <dgm:spPr/>
      <dgm:t>
        <a:bodyPr/>
        <a:lstStyle/>
        <a:p>
          <a:endParaRPr lang="en-IN"/>
        </a:p>
      </dgm:t>
    </dgm:pt>
    <dgm:pt modelId="{F61275D6-4606-4802-BFF1-01B01AEA51B4}" type="sibTrans" cxnId="{3C14BBD5-CA72-4B6F-BA4C-BE9AB302D39C}">
      <dgm:prSet/>
      <dgm:spPr/>
      <dgm:t>
        <a:bodyPr/>
        <a:lstStyle/>
        <a:p>
          <a:endParaRPr lang="en-IN"/>
        </a:p>
      </dgm:t>
    </dgm:pt>
    <dgm:pt modelId="{304695F5-E249-432D-9F8C-62FB805AEBCD}">
      <dgm:prSet/>
      <dgm:spPr/>
      <dgm:t>
        <a:bodyPr/>
        <a:lstStyle/>
        <a:p>
          <a:r>
            <a:rPr lang="en-IN" dirty="0"/>
            <a:t>tempo</a:t>
          </a:r>
        </a:p>
      </dgm:t>
    </dgm:pt>
    <dgm:pt modelId="{4620AE54-0C16-465C-9971-14ABF5EEDB94}" type="parTrans" cxnId="{B3440371-C20F-4C6F-81B0-37C4607AE10F}">
      <dgm:prSet/>
      <dgm:spPr/>
      <dgm:t>
        <a:bodyPr/>
        <a:lstStyle/>
        <a:p>
          <a:endParaRPr lang="en-IN"/>
        </a:p>
      </dgm:t>
    </dgm:pt>
    <dgm:pt modelId="{6A76D5ED-2A08-4B78-BAB9-496E66FD2B44}" type="sibTrans" cxnId="{B3440371-C20F-4C6F-81B0-37C4607AE10F}">
      <dgm:prSet/>
      <dgm:spPr/>
      <dgm:t>
        <a:bodyPr/>
        <a:lstStyle/>
        <a:p>
          <a:endParaRPr lang="en-IN"/>
        </a:p>
      </dgm:t>
    </dgm:pt>
    <dgm:pt modelId="{1C5A9342-E990-424C-8C14-7EE9B3BA5DDD}">
      <dgm:prSet/>
      <dgm:spPr/>
      <dgm:t>
        <a:bodyPr/>
        <a:lstStyle/>
        <a:p>
          <a:r>
            <a:rPr lang="en-IN" dirty="0" err="1"/>
            <a:t>time_signature</a:t>
          </a:r>
          <a:r>
            <a:rPr lang="en-IN" dirty="0"/>
            <a:t> 	</a:t>
          </a:r>
        </a:p>
      </dgm:t>
    </dgm:pt>
    <dgm:pt modelId="{461C7627-7C2A-4C37-B6E5-493D419B5EC4}" type="parTrans" cxnId="{69B8991A-825B-4A81-A583-7F2B76AB81BF}">
      <dgm:prSet/>
      <dgm:spPr/>
      <dgm:t>
        <a:bodyPr/>
        <a:lstStyle/>
        <a:p>
          <a:endParaRPr lang="en-IN"/>
        </a:p>
      </dgm:t>
    </dgm:pt>
    <dgm:pt modelId="{D7EA4140-A0BF-4F93-9C76-32C591728421}" type="sibTrans" cxnId="{69B8991A-825B-4A81-A583-7F2B76AB81BF}">
      <dgm:prSet/>
      <dgm:spPr/>
      <dgm:t>
        <a:bodyPr/>
        <a:lstStyle/>
        <a:p>
          <a:endParaRPr lang="en-IN"/>
        </a:p>
      </dgm:t>
    </dgm:pt>
    <dgm:pt modelId="{BE9D3256-F105-4A62-A70D-D6F44DCFA5F8}">
      <dgm:prSet/>
      <dgm:spPr/>
      <dgm:t>
        <a:bodyPr/>
        <a:lstStyle/>
        <a:p>
          <a:r>
            <a:rPr lang="en-IN" dirty="0"/>
            <a:t>followers 	</a:t>
          </a:r>
        </a:p>
      </dgm:t>
    </dgm:pt>
    <dgm:pt modelId="{B04E5395-6C59-44E7-8FF8-8472F701D20C}" type="parTrans" cxnId="{FC545ECF-2EBD-4ED4-8C5C-90D4156193FA}">
      <dgm:prSet/>
      <dgm:spPr/>
      <dgm:t>
        <a:bodyPr/>
        <a:lstStyle/>
        <a:p>
          <a:endParaRPr lang="en-IN"/>
        </a:p>
      </dgm:t>
    </dgm:pt>
    <dgm:pt modelId="{C49702FB-B6A8-4010-B9E6-6183537F8E87}" type="sibTrans" cxnId="{FC545ECF-2EBD-4ED4-8C5C-90D4156193FA}">
      <dgm:prSet/>
      <dgm:spPr/>
      <dgm:t>
        <a:bodyPr/>
        <a:lstStyle/>
        <a:p>
          <a:endParaRPr lang="en-IN"/>
        </a:p>
      </dgm:t>
    </dgm:pt>
    <dgm:pt modelId="{6FD9CAD7-D1A2-4287-8879-739638488B11}">
      <dgm:prSet/>
      <dgm:spPr/>
      <dgm:t>
        <a:bodyPr/>
        <a:lstStyle/>
        <a:p>
          <a:r>
            <a:rPr lang="en-IN" dirty="0"/>
            <a:t>genres 	</a:t>
          </a:r>
        </a:p>
      </dgm:t>
    </dgm:pt>
    <dgm:pt modelId="{C4C79F0A-0EBF-476F-8C39-1E33062787DC}" type="parTrans" cxnId="{957A67CD-C3D2-460A-B732-53960800E6DF}">
      <dgm:prSet/>
      <dgm:spPr/>
      <dgm:t>
        <a:bodyPr/>
        <a:lstStyle/>
        <a:p>
          <a:endParaRPr lang="en-IN"/>
        </a:p>
      </dgm:t>
    </dgm:pt>
    <dgm:pt modelId="{F18C1690-4D82-493E-B8C4-51AF76342ECC}" type="sibTrans" cxnId="{957A67CD-C3D2-460A-B732-53960800E6DF}">
      <dgm:prSet/>
      <dgm:spPr/>
      <dgm:t>
        <a:bodyPr/>
        <a:lstStyle/>
        <a:p>
          <a:endParaRPr lang="en-IN"/>
        </a:p>
      </dgm:t>
    </dgm:pt>
    <dgm:pt modelId="{5E615DF8-B2AC-47F1-9750-D61ADE35985F}">
      <dgm:prSet/>
      <dgm:spPr/>
      <dgm:t>
        <a:bodyPr/>
        <a:lstStyle/>
        <a:p>
          <a:r>
            <a:rPr lang="en-IN" dirty="0" err="1"/>
            <a:t>name_artists</a:t>
          </a:r>
          <a:endParaRPr lang="en-IN" dirty="0"/>
        </a:p>
      </dgm:t>
    </dgm:pt>
    <dgm:pt modelId="{B500D80D-ADAE-4634-8BA5-17EC47DD504E}" type="parTrans" cxnId="{83C322D5-E801-48EB-8E99-0A6A3A1D38B7}">
      <dgm:prSet/>
      <dgm:spPr/>
      <dgm:t>
        <a:bodyPr/>
        <a:lstStyle/>
        <a:p>
          <a:endParaRPr lang="en-IN"/>
        </a:p>
      </dgm:t>
    </dgm:pt>
    <dgm:pt modelId="{4E96C982-FB1C-4FB2-85CA-DF59D55961FB}" type="sibTrans" cxnId="{83C322D5-E801-48EB-8E99-0A6A3A1D38B7}">
      <dgm:prSet/>
      <dgm:spPr/>
      <dgm:t>
        <a:bodyPr/>
        <a:lstStyle/>
        <a:p>
          <a:endParaRPr lang="en-IN"/>
        </a:p>
      </dgm:t>
    </dgm:pt>
    <dgm:pt modelId="{98CA38AD-EB19-4A9D-BD49-2FA4891E7C70}">
      <dgm:prSet/>
      <dgm:spPr/>
      <dgm:t>
        <a:bodyPr/>
        <a:lstStyle/>
        <a:p>
          <a:r>
            <a:rPr lang="en-IN" dirty="0" err="1"/>
            <a:t>popularity_artists</a:t>
          </a:r>
          <a:r>
            <a:rPr lang="en-IN" dirty="0"/>
            <a:t> </a:t>
          </a:r>
        </a:p>
      </dgm:t>
    </dgm:pt>
    <dgm:pt modelId="{C3B30E21-2DFB-46A1-85AA-77DEB9019ABC}" type="parTrans" cxnId="{F6C5A6B3-0D18-4FF8-B91F-57DBA8222116}">
      <dgm:prSet/>
      <dgm:spPr/>
      <dgm:t>
        <a:bodyPr/>
        <a:lstStyle/>
        <a:p>
          <a:endParaRPr lang="en-IN"/>
        </a:p>
      </dgm:t>
    </dgm:pt>
    <dgm:pt modelId="{F09B3F47-FEB5-43AB-B43F-8F32C03594EC}" type="sibTrans" cxnId="{F6C5A6B3-0D18-4FF8-B91F-57DBA8222116}">
      <dgm:prSet/>
      <dgm:spPr/>
      <dgm:t>
        <a:bodyPr/>
        <a:lstStyle/>
        <a:p>
          <a:endParaRPr lang="en-IN"/>
        </a:p>
      </dgm:t>
    </dgm:pt>
    <dgm:pt modelId="{8A298CEB-0409-4083-A445-8D6057870457}" type="pres">
      <dgm:prSet presAssocID="{A3EE1AF8-0E3C-4884-89A4-617C9CF715DE}" presName="Name0" presStyleCnt="0">
        <dgm:presLayoutVars>
          <dgm:dir/>
          <dgm:animLvl val="lvl"/>
          <dgm:resizeHandles val="exact"/>
        </dgm:presLayoutVars>
      </dgm:prSet>
      <dgm:spPr/>
    </dgm:pt>
    <dgm:pt modelId="{07C3BA7A-2CBE-45FA-8085-9B8CE130EE48}" type="pres">
      <dgm:prSet presAssocID="{9D837256-5A4E-4535-BF64-936283CABE32}" presName="composite" presStyleCnt="0"/>
      <dgm:spPr/>
    </dgm:pt>
    <dgm:pt modelId="{D50D1406-BF6B-4771-8746-A759D2DF516E}" type="pres">
      <dgm:prSet presAssocID="{9D837256-5A4E-4535-BF64-936283CABE3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F3EFAA2F-CF8A-42E9-AAA0-11A2D12EF6EB}" type="pres">
      <dgm:prSet presAssocID="{9D837256-5A4E-4535-BF64-936283CABE32}" presName="desTx" presStyleLbl="alignAccFollowNode1" presStyleIdx="0" presStyleCnt="4" custLinFactNeighborX="-166" custLinFactNeighborY="24754">
        <dgm:presLayoutVars>
          <dgm:bulletEnabled val="1"/>
        </dgm:presLayoutVars>
      </dgm:prSet>
      <dgm:spPr/>
    </dgm:pt>
    <dgm:pt modelId="{5A54C9D7-3B21-4886-BBFF-7B38E68E8943}" type="pres">
      <dgm:prSet presAssocID="{924320AB-9342-4AEC-BC1C-03773CA7DDCE}" presName="space" presStyleCnt="0"/>
      <dgm:spPr/>
    </dgm:pt>
    <dgm:pt modelId="{98730947-47AB-4120-AF43-AE904885BF94}" type="pres">
      <dgm:prSet presAssocID="{7DED4251-2B15-4709-A068-4E3FF056143F}" presName="composite" presStyleCnt="0"/>
      <dgm:spPr/>
    </dgm:pt>
    <dgm:pt modelId="{5B4AD275-77D7-4894-8172-7B349DFFFBFE}" type="pres">
      <dgm:prSet presAssocID="{7DED4251-2B15-4709-A068-4E3FF056143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004EFEE-5103-410B-AFC1-5CB10CC39C3E}" type="pres">
      <dgm:prSet presAssocID="{7DED4251-2B15-4709-A068-4E3FF056143F}" presName="desTx" presStyleLbl="alignAccFollowNode1" presStyleIdx="1" presStyleCnt="4">
        <dgm:presLayoutVars>
          <dgm:bulletEnabled val="1"/>
        </dgm:presLayoutVars>
      </dgm:prSet>
      <dgm:spPr/>
    </dgm:pt>
    <dgm:pt modelId="{5AE77DA0-51DA-48D1-B37E-18DE28804ED1}" type="pres">
      <dgm:prSet presAssocID="{BB43D2D9-29E2-4A51-AE9B-08F0E0CECA53}" presName="space" presStyleCnt="0"/>
      <dgm:spPr/>
    </dgm:pt>
    <dgm:pt modelId="{D029B173-7812-47AF-A46D-FF14D0AA1213}" type="pres">
      <dgm:prSet presAssocID="{708E98D2-1535-4E01-878F-AD9372C5B588}" presName="composite" presStyleCnt="0"/>
      <dgm:spPr/>
    </dgm:pt>
    <dgm:pt modelId="{6D5674AB-7F94-4111-B4F2-4DF9309B8020}" type="pres">
      <dgm:prSet presAssocID="{708E98D2-1535-4E01-878F-AD9372C5B58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CF031ED-598B-48CB-A60F-C7BA6C8C5ABC}" type="pres">
      <dgm:prSet presAssocID="{708E98D2-1535-4E01-878F-AD9372C5B588}" presName="desTx" presStyleLbl="alignAccFollowNode1" presStyleIdx="2" presStyleCnt="4">
        <dgm:presLayoutVars>
          <dgm:bulletEnabled val="1"/>
        </dgm:presLayoutVars>
      </dgm:prSet>
      <dgm:spPr/>
    </dgm:pt>
    <dgm:pt modelId="{F1046A1D-882C-4A09-85BA-AEA0C4232BF4}" type="pres">
      <dgm:prSet presAssocID="{3E2A9FAF-BAF5-4AC3-90D9-5F61C4A0E0E2}" presName="space" presStyleCnt="0"/>
      <dgm:spPr/>
    </dgm:pt>
    <dgm:pt modelId="{590D47EA-1550-4640-BA4B-74DE95125D8B}" type="pres">
      <dgm:prSet presAssocID="{C01133B6-6D5B-45F1-903A-024975CF2104}" presName="composite" presStyleCnt="0"/>
      <dgm:spPr/>
    </dgm:pt>
    <dgm:pt modelId="{1CA57E38-37A4-4B53-B539-BC92E4826AF6}" type="pres">
      <dgm:prSet presAssocID="{C01133B6-6D5B-45F1-903A-024975CF2104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8F0EC46-2C14-4F65-A734-A88BE2E5D1FD}" type="pres">
      <dgm:prSet presAssocID="{C01133B6-6D5B-45F1-903A-024975CF2104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AECDC400-82FC-447A-B574-628614ED26EB}" type="presOf" srcId="{BF9F3163-3859-4756-AE57-43509EAB75DD}" destId="{3004EFEE-5103-410B-AFC1-5CB10CC39C3E}" srcOrd="0" destOrd="14" presId="urn:microsoft.com/office/officeart/2005/8/layout/hList1"/>
    <dgm:cxn modelId="{F4A33001-3661-4CDA-8A92-A235BFE1CB96}" srcId="{C01133B6-6D5B-45F1-903A-024975CF2104}" destId="{E9999C3F-9EEA-4BD5-8803-3A621ED350A4}" srcOrd="1" destOrd="0" parTransId="{D39F7F45-76AA-4158-8869-320482C03D4F}" sibTransId="{32569A47-500A-4E86-9EA7-3D8A6FAA8E00}"/>
    <dgm:cxn modelId="{84D99008-1DBC-40BC-B26D-032394D10730}" srcId="{7DED4251-2B15-4709-A068-4E3FF056143F}" destId="{DBB945F2-45A6-4308-BA44-93A199BD6F5A}" srcOrd="4" destOrd="0" parTransId="{19EED4B9-942E-45D2-BBC8-4716BA26680A}" sibTransId="{49DEFDA0-D2B0-4933-9592-64ED17DD8745}"/>
    <dgm:cxn modelId="{E093DC09-3EC7-4875-B18F-41359C1DDD4B}" srcId="{7DED4251-2B15-4709-A068-4E3FF056143F}" destId="{40F8E6FC-C50A-4EC5-9D69-2B33F0DAF67E}" srcOrd="3" destOrd="0" parTransId="{18F73B26-1609-4E1F-A8A2-A3368467AEA1}" sibTransId="{8FC7E571-7C05-427B-945F-590740569573}"/>
    <dgm:cxn modelId="{2CADA113-C2B6-4CBB-9086-46786CC1CF84}" srcId="{C01133B6-6D5B-45F1-903A-024975CF2104}" destId="{2A22585A-F57B-4B34-B534-DB88F9B90BFC}" srcOrd="3" destOrd="0" parTransId="{380E6B4E-F48A-47F7-9FE0-9CCF18CB42B8}" sibTransId="{EC093F03-71DF-4218-B1BA-D13D16779729}"/>
    <dgm:cxn modelId="{EBE03019-AB91-491E-992B-1917E1695FF8}" srcId="{A3EE1AF8-0E3C-4884-89A4-617C9CF715DE}" destId="{C01133B6-6D5B-45F1-903A-024975CF2104}" srcOrd="3" destOrd="0" parTransId="{4F79EFFE-2B6E-4186-AB97-F954E5CCA5C8}" sibTransId="{700E0ADC-A177-4A47-ADA9-5EE87043BFAE}"/>
    <dgm:cxn modelId="{2BAC831A-F911-4C30-864D-05BF8034115E}" srcId="{708E98D2-1535-4E01-878F-AD9372C5B588}" destId="{9082E5A3-ED71-442C-A066-0AB3A1A89393}" srcOrd="1" destOrd="0" parTransId="{11E8C58F-249B-47E7-BD03-7EBB62776F36}" sibTransId="{E6A62CDC-E913-42B5-957A-9D8730796681}"/>
    <dgm:cxn modelId="{69B8991A-825B-4A81-A583-7F2B76AB81BF}" srcId="{7DED4251-2B15-4709-A068-4E3FF056143F}" destId="{1C5A9342-E990-424C-8C14-7EE9B3BA5DDD}" srcOrd="18" destOrd="0" parTransId="{461C7627-7C2A-4C37-B6E5-493D419B5EC4}" sibTransId="{D7EA4140-A0BF-4F93-9C76-32C591728421}"/>
    <dgm:cxn modelId="{3136A91A-5DF3-4F2B-AE79-EE9F55E230F7}" type="presOf" srcId="{59393E05-5846-4D10-A16B-3F4E05C3C3A5}" destId="{3004EFEE-5103-410B-AFC1-5CB10CC39C3E}" srcOrd="0" destOrd="16" presId="urn:microsoft.com/office/officeart/2005/8/layout/hList1"/>
    <dgm:cxn modelId="{1E98741E-39B6-41F5-A4C1-A675D32D54BC}" type="presOf" srcId="{C01133B6-6D5B-45F1-903A-024975CF2104}" destId="{1CA57E38-37A4-4B53-B539-BC92E4826AF6}" srcOrd="0" destOrd="0" presId="urn:microsoft.com/office/officeart/2005/8/layout/hList1"/>
    <dgm:cxn modelId="{21928A1E-A881-4A5A-84E6-5ADDF7046C28}" type="presOf" srcId="{56E41BB0-D028-46A8-A6C2-587226FC53F9}" destId="{58F0EC46-2C14-4F65-A734-A88BE2E5D1FD}" srcOrd="0" destOrd="6" presId="urn:microsoft.com/office/officeart/2005/8/layout/hList1"/>
    <dgm:cxn modelId="{F318D61E-AD22-424A-A7D3-295885D8CA89}" srcId="{7DED4251-2B15-4709-A068-4E3FF056143F}" destId="{D7BE833B-2E57-422D-A4A4-77B0E2E6602D}" srcOrd="8" destOrd="0" parTransId="{547FE9D3-123E-4997-B6F6-D90C25988E69}" sibTransId="{E558B00C-00F2-40A1-9EB1-386EFCF2AFF6}"/>
    <dgm:cxn modelId="{9BDFA722-1DF7-452E-B192-DFE691B9784E}" type="presOf" srcId="{40F8E6FC-C50A-4EC5-9D69-2B33F0DAF67E}" destId="{3004EFEE-5103-410B-AFC1-5CB10CC39C3E}" srcOrd="0" destOrd="3" presId="urn:microsoft.com/office/officeart/2005/8/layout/hList1"/>
    <dgm:cxn modelId="{6AA07428-CC57-4E85-BEB3-E35ACD897030}" type="presOf" srcId="{4B50AB35-A783-432D-B1F6-0A7786DA0FFF}" destId="{3004EFEE-5103-410B-AFC1-5CB10CC39C3E}" srcOrd="0" destOrd="5" presId="urn:microsoft.com/office/officeart/2005/8/layout/hList1"/>
    <dgm:cxn modelId="{3814522C-7CC9-4ECC-AFC7-9DA1398FB3AF}" srcId="{708E98D2-1535-4E01-878F-AD9372C5B588}" destId="{E67E1FE7-B063-4444-8A43-6C4C81990C97}" srcOrd="0" destOrd="0" parTransId="{4129047E-3103-4413-814F-F41B7D23AAF3}" sibTransId="{B3356071-3EFF-48B6-8FAE-7395B9B4E9FB}"/>
    <dgm:cxn modelId="{FE36C730-6979-4D95-884A-1279CDC49353}" type="presOf" srcId="{D6119620-A33F-452A-9CF8-40062D3C3CFC}" destId="{3004EFEE-5103-410B-AFC1-5CB10CC39C3E}" srcOrd="0" destOrd="10" presId="urn:microsoft.com/office/officeart/2005/8/layout/hList1"/>
    <dgm:cxn modelId="{311C6432-9356-4604-9635-1721DB912385}" srcId="{A3EE1AF8-0E3C-4884-89A4-617C9CF715DE}" destId="{708E98D2-1535-4E01-878F-AD9372C5B588}" srcOrd="2" destOrd="0" parTransId="{7D661A56-CF26-4EE4-931F-686C0EC32082}" sibTransId="{3E2A9FAF-BAF5-4AC3-90D9-5F61C4A0E0E2}"/>
    <dgm:cxn modelId="{0A6B6133-D369-4546-85F0-738A6DD8BC7A}" srcId="{7DED4251-2B15-4709-A068-4E3FF056143F}" destId="{5F992813-2630-4C1B-9EAF-67B3478F4D2B}" srcOrd="13" destOrd="0" parTransId="{D7F53614-A0FC-4B99-8827-E8C81B6E5225}" sibTransId="{9703351A-A967-4D24-9F9B-8634F136251E}"/>
    <dgm:cxn modelId="{A5D0D035-2762-413B-8484-6F36AE7BAD54}" type="presOf" srcId="{9082E5A3-ED71-442C-A066-0AB3A1A89393}" destId="{2CF031ED-598B-48CB-A60F-C7BA6C8C5ABC}" srcOrd="0" destOrd="1" presId="urn:microsoft.com/office/officeart/2005/8/layout/hList1"/>
    <dgm:cxn modelId="{BFB33536-24B6-47EE-B5A8-628EAAE83E58}" type="presOf" srcId="{950C21F1-50CB-4F1C-8309-D8EB35D3B447}" destId="{3004EFEE-5103-410B-AFC1-5CB10CC39C3E}" srcOrd="0" destOrd="9" presId="urn:microsoft.com/office/officeart/2005/8/layout/hList1"/>
    <dgm:cxn modelId="{88CE7F3A-9A08-403A-B245-E9F7649DB4CF}" type="presOf" srcId="{DBB945F2-45A6-4308-BA44-93A199BD6F5A}" destId="{3004EFEE-5103-410B-AFC1-5CB10CC39C3E}" srcOrd="0" destOrd="4" presId="urn:microsoft.com/office/officeart/2005/8/layout/hList1"/>
    <dgm:cxn modelId="{FADCDF3C-9DF5-4A1D-A698-09E341086DD0}" type="presOf" srcId="{E9999C3F-9EEA-4BD5-8803-3A621ED350A4}" destId="{58F0EC46-2C14-4F65-A734-A88BE2E5D1FD}" srcOrd="0" destOrd="1" presId="urn:microsoft.com/office/officeart/2005/8/layout/hList1"/>
    <dgm:cxn modelId="{E514B93F-A393-4462-B09E-0653207E3BB5}" srcId="{7DED4251-2B15-4709-A068-4E3FF056143F}" destId="{4EBB60C7-7CD5-411E-920D-B3369AD24D6D}" srcOrd="12" destOrd="0" parTransId="{6593E837-241B-4509-B02A-3E0743F94FAB}" sibTransId="{42A624BB-4E9A-48D1-9444-4F528ED3B191}"/>
    <dgm:cxn modelId="{F52CC85D-AF43-451D-A26D-544F69BAF149}" srcId="{C01133B6-6D5B-45F1-903A-024975CF2104}" destId="{38D4E08B-B521-4624-9CD7-17CD510F9817}" srcOrd="5" destOrd="0" parTransId="{19FA10D0-B985-408D-99B4-BFC6590B0CA7}" sibTransId="{4519F2CA-10D6-4227-8EEA-1E4EBB04D651}"/>
    <dgm:cxn modelId="{9C64F35E-EEBB-485F-BB62-D6CB1040D3E6}" type="presOf" srcId="{A7CC68D4-DF31-4C5F-8171-40ED68055378}" destId="{3004EFEE-5103-410B-AFC1-5CB10CC39C3E}" srcOrd="0" destOrd="0" presId="urn:microsoft.com/office/officeart/2005/8/layout/hList1"/>
    <dgm:cxn modelId="{770C7461-2120-4EEC-8A85-07B5C45367A6}" type="presOf" srcId="{708E98D2-1535-4E01-878F-AD9372C5B588}" destId="{6D5674AB-7F94-4111-B4F2-4DF9309B8020}" srcOrd="0" destOrd="0" presId="urn:microsoft.com/office/officeart/2005/8/layout/hList1"/>
    <dgm:cxn modelId="{E13CAD45-5256-41C0-A983-38329781C3C8}" type="presOf" srcId="{1FBF9B7F-3AA9-4578-9F75-BBE3350D3D96}" destId="{58F0EC46-2C14-4F65-A734-A88BE2E5D1FD}" srcOrd="0" destOrd="4" presId="urn:microsoft.com/office/officeart/2005/8/layout/hList1"/>
    <dgm:cxn modelId="{9905B365-F272-46AC-9B15-3ABC125FE2ED}" type="presOf" srcId="{8A6D6FB9-D902-49D7-AD8A-7C7EA9BD1C4C}" destId="{3004EFEE-5103-410B-AFC1-5CB10CC39C3E}" srcOrd="0" destOrd="2" presId="urn:microsoft.com/office/officeart/2005/8/layout/hList1"/>
    <dgm:cxn modelId="{6D8F5E66-2289-4FE4-BACD-ABF60FB6B311}" type="presOf" srcId="{9D837256-5A4E-4535-BF64-936283CABE32}" destId="{D50D1406-BF6B-4771-8746-A759D2DF516E}" srcOrd="0" destOrd="0" presId="urn:microsoft.com/office/officeart/2005/8/layout/hList1"/>
    <dgm:cxn modelId="{6AD6C647-6708-4D7D-B006-6903A3C51E70}" type="presOf" srcId="{38D4E08B-B521-4624-9CD7-17CD510F9817}" destId="{58F0EC46-2C14-4F65-A734-A88BE2E5D1FD}" srcOrd="0" destOrd="5" presId="urn:microsoft.com/office/officeart/2005/8/layout/hList1"/>
    <dgm:cxn modelId="{BB1CEF67-6791-42FD-B350-714F5CB5F07F}" type="presOf" srcId="{1D28FB54-1412-4A91-9E3F-69F57D8AD107}" destId="{2CF031ED-598B-48CB-A60F-C7BA6C8C5ABC}" srcOrd="0" destOrd="4" presId="urn:microsoft.com/office/officeart/2005/8/layout/hList1"/>
    <dgm:cxn modelId="{2603FA48-74C0-4ADC-911F-13EDA388D5DA}" type="presOf" srcId="{B49A32ED-A0DC-4DA3-B9F4-333586F2CCAE}" destId="{58F0EC46-2C14-4F65-A734-A88BE2E5D1FD}" srcOrd="0" destOrd="7" presId="urn:microsoft.com/office/officeart/2005/8/layout/hList1"/>
    <dgm:cxn modelId="{CF6B1A4B-EF1E-43F2-B3C3-59B87183D7A7}" srcId="{7DED4251-2B15-4709-A068-4E3FF056143F}" destId="{A7CC68D4-DF31-4C5F-8171-40ED68055378}" srcOrd="0" destOrd="0" parTransId="{E96C80C6-5BA5-4E19-A3DA-81C71E774E19}" sibTransId="{F9BC4E6C-CE99-4C43-90CA-411236F4D695}"/>
    <dgm:cxn modelId="{C85E706B-E55E-4E1B-9FE5-46D13159B26D}" type="presOf" srcId="{BEDF6E9A-7D61-42CE-8CAD-66C23585644D}" destId="{2CF031ED-598B-48CB-A60F-C7BA6C8C5ABC}" srcOrd="0" destOrd="2" presId="urn:microsoft.com/office/officeart/2005/8/layout/hList1"/>
    <dgm:cxn modelId="{7FB0896D-70FF-4605-A3B8-29BAC1635382}" srcId="{C01133B6-6D5B-45F1-903A-024975CF2104}" destId="{56E41BB0-D028-46A8-A6C2-587226FC53F9}" srcOrd="6" destOrd="0" parTransId="{94A33F07-CE75-4336-8F80-94F5C982D2FD}" sibTransId="{096E9E2B-1DFE-467B-9C54-95F02C071213}"/>
    <dgm:cxn modelId="{648AF74E-D337-4683-B05B-5221F2C1F999}" type="presOf" srcId="{9F9AD0CD-AFAE-4861-BBBA-840ED3E83321}" destId="{3004EFEE-5103-410B-AFC1-5CB10CC39C3E}" srcOrd="0" destOrd="1" presId="urn:microsoft.com/office/officeart/2005/8/layout/hList1"/>
    <dgm:cxn modelId="{B3440371-C20F-4C6F-81B0-37C4607AE10F}" srcId="{7DED4251-2B15-4709-A068-4E3FF056143F}" destId="{304695F5-E249-432D-9F8C-62FB805AEBCD}" srcOrd="17" destOrd="0" parTransId="{4620AE54-0C16-465C-9971-14ABF5EEDB94}" sibTransId="{6A76D5ED-2A08-4B78-BAB9-496E66FD2B44}"/>
    <dgm:cxn modelId="{28D84D71-6DDA-4D24-A9A8-7374D0E6CA05}" type="presOf" srcId="{5E615DF8-B2AC-47F1-9750-D61ADE35985F}" destId="{3004EFEE-5103-410B-AFC1-5CB10CC39C3E}" srcOrd="0" destOrd="21" presId="urn:microsoft.com/office/officeart/2005/8/layout/hList1"/>
    <dgm:cxn modelId="{79E2E552-7DD9-4B9D-BAAC-119D52693CE3}" type="presOf" srcId="{98CA38AD-EB19-4A9D-BD49-2FA4891E7C70}" destId="{3004EFEE-5103-410B-AFC1-5CB10CC39C3E}" srcOrd="0" destOrd="22" presId="urn:microsoft.com/office/officeart/2005/8/layout/hList1"/>
    <dgm:cxn modelId="{17C15955-7312-4A46-87A6-C591EB436526}" srcId="{7DED4251-2B15-4709-A068-4E3FF056143F}" destId="{4B50AB35-A783-432D-B1F6-0A7786DA0FFF}" srcOrd="5" destOrd="0" parTransId="{25961A13-542B-4B2A-B474-60507FC09EE5}" sibTransId="{BB8B1AF4-6BB7-40BF-A6D6-2DFFB58400BF}"/>
    <dgm:cxn modelId="{ADDB5C56-650E-4D6C-B38D-476DECDFCEFC}" type="presOf" srcId="{BE9D3256-F105-4A62-A70D-D6F44DCFA5F8}" destId="{3004EFEE-5103-410B-AFC1-5CB10CC39C3E}" srcOrd="0" destOrd="19" presId="urn:microsoft.com/office/officeart/2005/8/layout/hList1"/>
    <dgm:cxn modelId="{7BE51C78-B8AE-4E56-A273-C8F591F6435D}" type="presOf" srcId="{5F992813-2630-4C1B-9EAF-67B3478F4D2B}" destId="{3004EFEE-5103-410B-AFC1-5CB10CC39C3E}" srcOrd="0" destOrd="13" presId="urn:microsoft.com/office/officeart/2005/8/layout/hList1"/>
    <dgm:cxn modelId="{887F9D78-44BC-40C8-8B52-EF5C57DA696D}" type="presOf" srcId="{2A22585A-F57B-4B34-B534-DB88F9B90BFC}" destId="{58F0EC46-2C14-4F65-A734-A88BE2E5D1FD}" srcOrd="0" destOrd="3" presId="urn:microsoft.com/office/officeart/2005/8/layout/hList1"/>
    <dgm:cxn modelId="{E0F90A7A-A2D8-4A00-A804-255E08A8425A}" srcId="{C01133B6-6D5B-45F1-903A-024975CF2104}" destId="{5D80BE2C-010D-4A10-94AB-BE0A105B2611}" srcOrd="0" destOrd="0" parTransId="{1DA69041-4417-4B33-B819-8CD5A8C85513}" sibTransId="{F8B28D84-AF0E-467B-BB3F-AE2FA45CE16D}"/>
    <dgm:cxn modelId="{E2F0057D-FD96-437D-A0E3-1779482C57B8}" type="presOf" srcId="{B14131D7-D46C-4F64-9893-93F3024C4E1B}" destId="{58F0EC46-2C14-4F65-A734-A88BE2E5D1FD}" srcOrd="0" destOrd="8" presId="urn:microsoft.com/office/officeart/2005/8/layout/hList1"/>
    <dgm:cxn modelId="{D6C8A380-E2C3-4678-96E3-70BF7EA1D918}" srcId="{7DED4251-2B15-4709-A068-4E3FF056143F}" destId="{D6119620-A33F-452A-9CF8-40062D3C3CFC}" srcOrd="10" destOrd="0" parTransId="{4367C22F-10BD-4F9B-8F9C-7AE60CE1F4B4}" sibTransId="{F352CE6F-C812-4B5F-AD52-26527F922C65}"/>
    <dgm:cxn modelId="{EF482985-37FC-4D1F-B6C4-15772C44D29A}" type="presOf" srcId="{1040ED12-1294-472F-A827-159A3A339A3C}" destId="{3004EFEE-5103-410B-AFC1-5CB10CC39C3E}" srcOrd="0" destOrd="7" presId="urn:microsoft.com/office/officeart/2005/8/layout/hList1"/>
    <dgm:cxn modelId="{A1427A85-A9DE-45F2-AEB1-C92556A8757C}" srcId="{C01133B6-6D5B-45F1-903A-024975CF2104}" destId="{1FBF9B7F-3AA9-4578-9F75-BBE3350D3D96}" srcOrd="4" destOrd="0" parTransId="{7A38DA59-C03C-4BA1-8CF4-52F2D2065268}" sibTransId="{1FC5A048-14C8-41A7-B635-AAF486710662}"/>
    <dgm:cxn modelId="{F44E5686-F8CF-453D-AD9F-2CBA0819B572}" type="presOf" srcId="{A5BCE336-D799-439C-930F-0C9C56A4E9E4}" destId="{3004EFEE-5103-410B-AFC1-5CB10CC39C3E}" srcOrd="0" destOrd="11" presId="urn:microsoft.com/office/officeart/2005/8/layout/hList1"/>
    <dgm:cxn modelId="{09279586-401A-4726-88DB-1B29964D42C3}" srcId="{7DED4251-2B15-4709-A068-4E3FF056143F}" destId="{A5BCE336-D799-439C-930F-0C9C56A4E9E4}" srcOrd="11" destOrd="0" parTransId="{2B37A029-F7B3-4397-AA0B-B022C9F66DCB}" sibTransId="{B5B77B7B-6F0B-4021-9FD6-5107661DF634}"/>
    <dgm:cxn modelId="{90742989-05AC-41CC-9862-EB4CD5E5B711}" srcId="{A3EE1AF8-0E3C-4884-89A4-617C9CF715DE}" destId="{9D837256-5A4E-4535-BF64-936283CABE32}" srcOrd="0" destOrd="0" parTransId="{7B184E6A-04C2-4AAF-B1E2-117E1ABC7CC8}" sibTransId="{924320AB-9342-4AEC-BC1C-03773CA7DDCE}"/>
    <dgm:cxn modelId="{1C6EF789-3A59-44AE-9F94-674999B71D92}" type="presOf" srcId="{853E3769-4196-4F8D-BBCE-273636934AEB}" destId="{2CF031ED-598B-48CB-A60F-C7BA6C8C5ABC}" srcOrd="0" destOrd="5" presId="urn:microsoft.com/office/officeart/2005/8/layout/hList1"/>
    <dgm:cxn modelId="{59FAEA8A-78B6-48EE-9A47-32F3BA1263B2}" srcId="{7DED4251-2B15-4709-A068-4E3FF056143F}" destId="{9F9AD0CD-AFAE-4861-BBBA-840ED3E83321}" srcOrd="1" destOrd="0" parTransId="{4939CC5A-145E-4D05-9054-EE03FCB176BF}" sibTransId="{F9030F93-AF66-4473-A7B3-BA305236563A}"/>
    <dgm:cxn modelId="{6CC7A28C-C0C9-4E08-8AA9-454E6F6E4BC6}" type="presOf" srcId="{A3EE1AF8-0E3C-4884-89A4-617C9CF715DE}" destId="{8A298CEB-0409-4083-A445-8D6057870457}" srcOrd="0" destOrd="0" presId="urn:microsoft.com/office/officeart/2005/8/layout/hList1"/>
    <dgm:cxn modelId="{985D378F-33FC-49AB-8AE7-0A2FAAA9032D}" type="presOf" srcId="{71CCAB12-D63C-4AEC-AA27-B45C09D3A372}" destId="{3004EFEE-5103-410B-AFC1-5CB10CC39C3E}" srcOrd="0" destOrd="15" presId="urn:microsoft.com/office/officeart/2005/8/layout/hList1"/>
    <dgm:cxn modelId="{1B2DFA93-6A73-45EC-AC95-04ADE651B806}" type="presOf" srcId="{1C5A9342-E990-424C-8C14-7EE9B3BA5DDD}" destId="{3004EFEE-5103-410B-AFC1-5CB10CC39C3E}" srcOrd="0" destOrd="18" presId="urn:microsoft.com/office/officeart/2005/8/layout/hList1"/>
    <dgm:cxn modelId="{C385F696-1186-4B4C-973B-6C05EA453589}" srcId="{7DED4251-2B15-4709-A068-4E3FF056143F}" destId="{950C21F1-50CB-4F1C-8309-D8EB35D3B447}" srcOrd="9" destOrd="0" parTransId="{4E5A8001-1114-461F-A8C0-BE1916A9F983}" sibTransId="{2974E08A-6C11-42DB-BBDA-11514BF5D766}"/>
    <dgm:cxn modelId="{89C11A9A-8016-49E3-8C4E-A22863DF4771}" type="presOf" srcId="{5D80BE2C-010D-4A10-94AB-BE0A105B2611}" destId="{58F0EC46-2C14-4F65-A734-A88BE2E5D1FD}" srcOrd="0" destOrd="0" presId="urn:microsoft.com/office/officeart/2005/8/layout/hList1"/>
    <dgm:cxn modelId="{9142BAA9-EF0D-4727-AB37-A0B52A5C8670}" type="presOf" srcId="{1EB8E179-3632-4F07-B84C-9B5852233902}" destId="{58F0EC46-2C14-4F65-A734-A88BE2E5D1FD}" srcOrd="0" destOrd="2" presId="urn:microsoft.com/office/officeart/2005/8/layout/hList1"/>
    <dgm:cxn modelId="{76E4E6AC-FB73-4DF2-B3E0-B5E706B286A8}" srcId="{708E98D2-1535-4E01-878F-AD9372C5B588}" destId="{BEDF6E9A-7D61-42CE-8CAD-66C23585644D}" srcOrd="2" destOrd="0" parTransId="{73CC2DEB-80B7-4BFC-8353-80B78E1CA389}" sibTransId="{D3CA71D3-1D3D-44D7-89FB-55BF42B199A8}"/>
    <dgm:cxn modelId="{4BDC12AD-F26B-4479-8136-C46880CD53FF}" srcId="{C01133B6-6D5B-45F1-903A-024975CF2104}" destId="{4191A9A9-727B-4C8E-A0FE-C6723059376A}" srcOrd="9" destOrd="0" parTransId="{38B83934-53C5-433B-9708-D011F437D00C}" sibTransId="{53D7085C-43F9-4106-8AFF-61DE79C98278}"/>
    <dgm:cxn modelId="{F6C5A6B3-0D18-4FF8-B91F-57DBA8222116}" srcId="{7DED4251-2B15-4709-A068-4E3FF056143F}" destId="{98CA38AD-EB19-4A9D-BD49-2FA4891E7C70}" srcOrd="22" destOrd="0" parTransId="{C3B30E21-2DFB-46A1-85AA-77DEB9019ABC}" sibTransId="{F09B3F47-FEB5-43AB-B43F-8F32C03594EC}"/>
    <dgm:cxn modelId="{09FE5EB8-B0BC-4338-80EA-FFECAD05C9AC}" srcId="{7DED4251-2B15-4709-A068-4E3FF056143F}" destId="{89620299-3034-477A-B770-A4242648D10A}" srcOrd="6" destOrd="0" parTransId="{118213DF-282A-40C3-9197-A049807F5E3B}" sibTransId="{C73F37B5-B19E-4723-8A7D-84AFE89C7F13}"/>
    <dgm:cxn modelId="{C3E739B9-A6BF-481F-867D-3E442DFDF12C}" type="presOf" srcId="{7E450112-ECFD-4E46-89FC-B640564E6188}" destId="{2CF031ED-598B-48CB-A60F-C7BA6C8C5ABC}" srcOrd="0" destOrd="3" presId="urn:microsoft.com/office/officeart/2005/8/layout/hList1"/>
    <dgm:cxn modelId="{186458B9-ECFE-44E4-978C-A61BA1F7CAD0}" srcId="{C01133B6-6D5B-45F1-903A-024975CF2104}" destId="{B14131D7-D46C-4F64-9893-93F3024C4E1B}" srcOrd="8" destOrd="0" parTransId="{4BA3EBE2-2FBD-46D3-A296-D5DDDC81F506}" sibTransId="{558D3018-7A93-4B9C-85B4-019807546486}"/>
    <dgm:cxn modelId="{7FB720BC-73BD-4A40-98FE-C31864C0799B}" type="presOf" srcId="{D7BE833B-2E57-422D-A4A4-77B0E2E6602D}" destId="{3004EFEE-5103-410B-AFC1-5CB10CC39C3E}" srcOrd="0" destOrd="8" presId="urn:microsoft.com/office/officeart/2005/8/layout/hList1"/>
    <dgm:cxn modelId="{A47434BE-2409-4D73-B9F8-188CD154B9CA}" type="presOf" srcId="{7DED4251-2B15-4709-A068-4E3FF056143F}" destId="{5B4AD275-77D7-4894-8172-7B349DFFFBFE}" srcOrd="0" destOrd="0" presId="urn:microsoft.com/office/officeart/2005/8/layout/hList1"/>
    <dgm:cxn modelId="{A6F933C0-336E-4FC7-8ECA-DAFF1159706F}" srcId="{708E98D2-1535-4E01-878F-AD9372C5B588}" destId="{7E450112-ECFD-4E46-89FC-B640564E6188}" srcOrd="3" destOrd="0" parTransId="{0127D6CB-7FF2-4541-8D92-D25276BCEBAD}" sibTransId="{C0ACC2A9-7424-4A2F-AF4D-68693CFCF5C4}"/>
    <dgm:cxn modelId="{E329A2C6-26B8-4069-9A8A-38C764F5F628}" srcId="{708E98D2-1535-4E01-878F-AD9372C5B588}" destId="{853E3769-4196-4F8D-BBCE-273636934AEB}" srcOrd="5" destOrd="0" parTransId="{7E61ED94-1A94-48FC-9C11-B1AEA396C68A}" sibTransId="{2F95E683-1708-47F4-9716-98373D457A9B}"/>
    <dgm:cxn modelId="{CCBF76CA-EC8F-48B2-8D80-7C07CFAF4C13}" srcId="{7DED4251-2B15-4709-A068-4E3FF056143F}" destId="{1040ED12-1294-472F-A827-159A3A339A3C}" srcOrd="7" destOrd="0" parTransId="{BAE63848-7E6B-48E1-9F58-6431DD60C161}" sibTransId="{E413C718-C0CB-4C33-A0CD-B8B3C8812C75}"/>
    <dgm:cxn modelId="{957A67CD-C3D2-460A-B732-53960800E6DF}" srcId="{7DED4251-2B15-4709-A068-4E3FF056143F}" destId="{6FD9CAD7-D1A2-4287-8879-739638488B11}" srcOrd="20" destOrd="0" parTransId="{C4C79F0A-0EBF-476F-8C39-1E33062787DC}" sibTransId="{F18C1690-4D82-493E-B8C4-51AF76342ECC}"/>
    <dgm:cxn modelId="{FC545ECF-2EBD-4ED4-8C5C-90D4156193FA}" srcId="{7DED4251-2B15-4709-A068-4E3FF056143F}" destId="{BE9D3256-F105-4A62-A70D-D6F44DCFA5F8}" srcOrd="19" destOrd="0" parTransId="{B04E5395-6C59-44E7-8FF8-8472F701D20C}" sibTransId="{C49702FB-B6A8-4010-B9E6-6183537F8E87}"/>
    <dgm:cxn modelId="{83C322D5-E801-48EB-8E99-0A6A3A1D38B7}" srcId="{7DED4251-2B15-4709-A068-4E3FF056143F}" destId="{5E615DF8-B2AC-47F1-9750-D61ADE35985F}" srcOrd="21" destOrd="0" parTransId="{B500D80D-ADAE-4634-8BA5-17EC47DD504E}" sibTransId="{4E96C982-FB1C-4FB2-85CA-DF59D55961FB}"/>
    <dgm:cxn modelId="{3C14BBD5-CA72-4B6F-BA4C-BE9AB302D39C}" srcId="{7DED4251-2B15-4709-A068-4E3FF056143F}" destId="{59393E05-5846-4D10-A16B-3F4E05C3C3A5}" srcOrd="16" destOrd="0" parTransId="{61233AC9-360D-417E-AB6C-52D7B4C8631E}" sibTransId="{F61275D6-4606-4802-BFF1-01B01AEA51B4}"/>
    <dgm:cxn modelId="{7F0BB4E0-2946-4585-9A97-43863C7CD519}" srcId="{A3EE1AF8-0E3C-4884-89A4-617C9CF715DE}" destId="{7DED4251-2B15-4709-A068-4E3FF056143F}" srcOrd="1" destOrd="0" parTransId="{E7383F02-3282-425E-A595-492959CF2CF9}" sibTransId="{BB43D2D9-29E2-4A51-AE9B-08F0E0CECA53}"/>
    <dgm:cxn modelId="{E0909EE1-E8F0-4B84-B9DF-DBDE33673173}" srcId="{C01133B6-6D5B-45F1-903A-024975CF2104}" destId="{1EB8E179-3632-4F07-B84C-9B5852233902}" srcOrd="2" destOrd="0" parTransId="{DD57C0E9-DA69-40D4-9BAA-47B78A3FF658}" sibTransId="{FA900DD2-DD08-4514-A1E9-D42589040BC9}"/>
    <dgm:cxn modelId="{DDC02CE2-1401-474B-8797-E0CF31C96561}" type="presOf" srcId="{89620299-3034-477A-B770-A4242648D10A}" destId="{3004EFEE-5103-410B-AFC1-5CB10CC39C3E}" srcOrd="0" destOrd="6" presId="urn:microsoft.com/office/officeart/2005/8/layout/hList1"/>
    <dgm:cxn modelId="{073DE5E7-72C3-4FE5-811C-3A09B9ADF079}" srcId="{7DED4251-2B15-4709-A068-4E3FF056143F}" destId="{BF9F3163-3859-4756-AE57-43509EAB75DD}" srcOrd="14" destOrd="0" parTransId="{2165E625-D2E7-40AD-ACB3-B01BE753B97D}" sibTransId="{9777F7C6-1AED-4722-9DF3-517A3B4C09C8}"/>
    <dgm:cxn modelId="{0EB683F0-67DB-4514-86DF-AA936E5E5F08}" type="presOf" srcId="{4191A9A9-727B-4C8E-A0FE-C6723059376A}" destId="{58F0EC46-2C14-4F65-A734-A88BE2E5D1FD}" srcOrd="0" destOrd="9" presId="urn:microsoft.com/office/officeart/2005/8/layout/hList1"/>
    <dgm:cxn modelId="{ECABB9F1-9E0C-4DA4-BC3E-2C1A5F338D80}" srcId="{7DED4251-2B15-4709-A068-4E3FF056143F}" destId="{71CCAB12-D63C-4AEC-AA27-B45C09D3A372}" srcOrd="15" destOrd="0" parTransId="{4F7DE426-D8B0-4CDB-9C25-9963078CAEA9}" sibTransId="{CA995E2F-18EF-4B2A-8F34-B71C48F77858}"/>
    <dgm:cxn modelId="{81D62BF2-0413-4A05-81B7-3A62A5B85882}" srcId="{7DED4251-2B15-4709-A068-4E3FF056143F}" destId="{8A6D6FB9-D902-49D7-AD8A-7C7EA9BD1C4C}" srcOrd="2" destOrd="0" parTransId="{8E61B0A6-C44D-4C76-8C0B-DBD0B97D3532}" sibTransId="{4AE2B033-09D3-4668-BBD8-729195302981}"/>
    <dgm:cxn modelId="{C22F1CF3-55FD-4A6C-8A46-B1957963260B}" type="presOf" srcId="{6FD9CAD7-D1A2-4287-8879-739638488B11}" destId="{3004EFEE-5103-410B-AFC1-5CB10CC39C3E}" srcOrd="0" destOrd="20" presId="urn:microsoft.com/office/officeart/2005/8/layout/hList1"/>
    <dgm:cxn modelId="{1C66C0F9-E5CA-4226-A161-20BFF9D934AB}" type="presOf" srcId="{4EBB60C7-7CD5-411E-920D-B3369AD24D6D}" destId="{3004EFEE-5103-410B-AFC1-5CB10CC39C3E}" srcOrd="0" destOrd="12" presId="urn:microsoft.com/office/officeart/2005/8/layout/hList1"/>
    <dgm:cxn modelId="{BCDE63FB-7939-4F88-9687-3CA8D26CD012}" type="presOf" srcId="{E67E1FE7-B063-4444-8A43-6C4C81990C97}" destId="{2CF031ED-598B-48CB-A60F-C7BA6C8C5ABC}" srcOrd="0" destOrd="0" presId="urn:microsoft.com/office/officeart/2005/8/layout/hList1"/>
    <dgm:cxn modelId="{D61707FD-0535-42D5-818B-3A5C07225F2E}" srcId="{708E98D2-1535-4E01-878F-AD9372C5B588}" destId="{1D28FB54-1412-4A91-9E3F-69F57D8AD107}" srcOrd="4" destOrd="0" parTransId="{DBE33416-BFE3-4ED6-813C-843394227F1F}" sibTransId="{0B203676-C79E-4190-BB25-C5E16F18421E}"/>
    <dgm:cxn modelId="{D54653FF-5504-4934-A411-932121460C76}" srcId="{C01133B6-6D5B-45F1-903A-024975CF2104}" destId="{B49A32ED-A0DC-4DA3-B9F4-333586F2CCAE}" srcOrd="7" destOrd="0" parTransId="{3031B7BA-7CD6-496A-BADB-A45906B9DAA4}" sibTransId="{BE37D8EA-7D05-4469-8C4E-46A6419C2578}"/>
    <dgm:cxn modelId="{055BC3FF-9F72-4A19-8B8B-7267207DAC42}" type="presOf" srcId="{304695F5-E249-432D-9F8C-62FB805AEBCD}" destId="{3004EFEE-5103-410B-AFC1-5CB10CC39C3E}" srcOrd="0" destOrd="17" presId="urn:microsoft.com/office/officeart/2005/8/layout/hList1"/>
    <dgm:cxn modelId="{A600C581-BAA6-4A21-B589-69C56BE68FD9}" type="presParOf" srcId="{8A298CEB-0409-4083-A445-8D6057870457}" destId="{07C3BA7A-2CBE-45FA-8085-9B8CE130EE48}" srcOrd="0" destOrd="0" presId="urn:microsoft.com/office/officeart/2005/8/layout/hList1"/>
    <dgm:cxn modelId="{4410C40A-C4EE-4897-888F-6714F24C4143}" type="presParOf" srcId="{07C3BA7A-2CBE-45FA-8085-9B8CE130EE48}" destId="{D50D1406-BF6B-4771-8746-A759D2DF516E}" srcOrd="0" destOrd="0" presId="urn:microsoft.com/office/officeart/2005/8/layout/hList1"/>
    <dgm:cxn modelId="{BA51F157-9114-4D6B-BCB0-0128A3C66DF5}" type="presParOf" srcId="{07C3BA7A-2CBE-45FA-8085-9B8CE130EE48}" destId="{F3EFAA2F-CF8A-42E9-AAA0-11A2D12EF6EB}" srcOrd="1" destOrd="0" presId="urn:microsoft.com/office/officeart/2005/8/layout/hList1"/>
    <dgm:cxn modelId="{AEAAC669-A90D-480B-A09B-9012147E671C}" type="presParOf" srcId="{8A298CEB-0409-4083-A445-8D6057870457}" destId="{5A54C9D7-3B21-4886-BBFF-7B38E68E8943}" srcOrd="1" destOrd="0" presId="urn:microsoft.com/office/officeart/2005/8/layout/hList1"/>
    <dgm:cxn modelId="{DB9987A5-DF55-4DEA-AA57-5374354AAF6B}" type="presParOf" srcId="{8A298CEB-0409-4083-A445-8D6057870457}" destId="{98730947-47AB-4120-AF43-AE904885BF94}" srcOrd="2" destOrd="0" presId="urn:microsoft.com/office/officeart/2005/8/layout/hList1"/>
    <dgm:cxn modelId="{35859F57-6B89-4ED6-9FD9-6ED91670364B}" type="presParOf" srcId="{98730947-47AB-4120-AF43-AE904885BF94}" destId="{5B4AD275-77D7-4894-8172-7B349DFFFBFE}" srcOrd="0" destOrd="0" presId="urn:microsoft.com/office/officeart/2005/8/layout/hList1"/>
    <dgm:cxn modelId="{731166C4-2F04-412D-BCA1-795004B3366E}" type="presParOf" srcId="{98730947-47AB-4120-AF43-AE904885BF94}" destId="{3004EFEE-5103-410B-AFC1-5CB10CC39C3E}" srcOrd="1" destOrd="0" presId="urn:microsoft.com/office/officeart/2005/8/layout/hList1"/>
    <dgm:cxn modelId="{E94ABDBA-E92A-472B-A896-F30B40828A11}" type="presParOf" srcId="{8A298CEB-0409-4083-A445-8D6057870457}" destId="{5AE77DA0-51DA-48D1-B37E-18DE28804ED1}" srcOrd="3" destOrd="0" presId="urn:microsoft.com/office/officeart/2005/8/layout/hList1"/>
    <dgm:cxn modelId="{CCB70D3A-E462-4668-AEE6-2F696B2E1AB9}" type="presParOf" srcId="{8A298CEB-0409-4083-A445-8D6057870457}" destId="{D029B173-7812-47AF-A46D-FF14D0AA1213}" srcOrd="4" destOrd="0" presId="urn:microsoft.com/office/officeart/2005/8/layout/hList1"/>
    <dgm:cxn modelId="{26C25DE9-BA3F-4277-82AE-236314A698C3}" type="presParOf" srcId="{D029B173-7812-47AF-A46D-FF14D0AA1213}" destId="{6D5674AB-7F94-4111-B4F2-4DF9309B8020}" srcOrd="0" destOrd="0" presId="urn:microsoft.com/office/officeart/2005/8/layout/hList1"/>
    <dgm:cxn modelId="{B8F5D52E-BFDB-4201-94C6-A3EE7071B890}" type="presParOf" srcId="{D029B173-7812-47AF-A46D-FF14D0AA1213}" destId="{2CF031ED-598B-48CB-A60F-C7BA6C8C5ABC}" srcOrd="1" destOrd="0" presId="urn:microsoft.com/office/officeart/2005/8/layout/hList1"/>
    <dgm:cxn modelId="{731F5A8E-5C3C-4547-A526-039AA94A3E20}" type="presParOf" srcId="{8A298CEB-0409-4083-A445-8D6057870457}" destId="{F1046A1D-882C-4A09-85BA-AEA0C4232BF4}" srcOrd="5" destOrd="0" presId="urn:microsoft.com/office/officeart/2005/8/layout/hList1"/>
    <dgm:cxn modelId="{E071F0DD-FF00-4FF3-B050-AE65FC95EB4E}" type="presParOf" srcId="{8A298CEB-0409-4083-A445-8D6057870457}" destId="{590D47EA-1550-4640-BA4B-74DE95125D8B}" srcOrd="6" destOrd="0" presId="urn:microsoft.com/office/officeart/2005/8/layout/hList1"/>
    <dgm:cxn modelId="{656598BE-120B-4446-92C0-5AE45CF9FC7B}" type="presParOf" srcId="{590D47EA-1550-4640-BA4B-74DE95125D8B}" destId="{1CA57E38-37A4-4B53-B539-BC92E4826AF6}" srcOrd="0" destOrd="0" presId="urn:microsoft.com/office/officeart/2005/8/layout/hList1"/>
    <dgm:cxn modelId="{C03F8969-5295-497E-B307-BE70BA5847E7}" type="presParOf" srcId="{590D47EA-1550-4640-BA4B-74DE95125D8B}" destId="{58F0EC46-2C14-4F65-A734-A88BE2E5D1F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314006-53C5-49DC-BB4C-8E75C183E1D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0D8ED39-1944-4A60-ABAC-0DEC745CD561}">
      <dgm:prSet/>
      <dgm:spPr/>
      <dgm:t>
        <a:bodyPr/>
        <a:lstStyle/>
        <a:p>
          <a:r>
            <a:rPr lang="en-US"/>
            <a:t>Removed duplicates</a:t>
          </a:r>
          <a:endParaRPr lang="en-IN"/>
        </a:p>
      </dgm:t>
    </dgm:pt>
    <dgm:pt modelId="{C53966AA-7988-4B23-A3B5-8F3FB7E2E849}" type="parTrans" cxnId="{8A626D4E-B2A9-45F7-9A3D-40B52288EFAF}">
      <dgm:prSet/>
      <dgm:spPr/>
      <dgm:t>
        <a:bodyPr/>
        <a:lstStyle/>
        <a:p>
          <a:endParaRPr lang="en-IN"/>
        </a:p>
      </dgm:t>
    </dgm:pt>
    <dgm:pt modelId="{3E3B07B3-85AD-4999-8B9B-6B98048B7502}" type="sibTrans" cxnId="{8A626D4E-B2A9-45F7-9A3D-40B52288EFAF}">
      <dgm:prSet/>
      <dgm:spPr/>
      <dgm:t>
        <a:bodyPr/>
        <a:lstStyle/>
        <a:p>
          <a:endParaRPr lang="en-IN"/>
        </a:p>
      </dgm:t>
    </dgm:pt>
    <dgm:pt modelId="{966848D1-66A8-450D-9310-6A3BD0D2BAA1}">
      <dgm:prSet/>
      <dgm:spPr/>
      <dgm:t>
        <a:bodyPr/>
        <a:lstStyle/>
        <a:p>
          <a:r>
            <a:rPr lang="en-US"/>
            <a:t>Dropped irrelevant text columns</a:t>
          </a:r>
          <a:endParaRPr lang="en-IN"/>
        </a:p>
      </dgm:t>
    </dgm:pt>
    <dgm:pt modelId="{76CFF96D-C008-4416-A96E-08741AA95447}" type="parTrans" cxnId="{03DB9A41-6773-40EA-924B-ADA7657F57BD}">
      <dgm:prSet/>
      <dgm:spPr/>
      <dgm:t>
        <a:bodyPr/>
        <a:lstStyle/>
        <a:p>
          <a:endParaRPr lang="en-IN"/>
        </a:p>
      </dgm:t>
    </dgm:pt>
    <dgm:pt modelId="{445E8E29-9A2C-4667-967D-8A373F0CDFDF}" type="sibTrans" cxnId="{03DB9A41-6773-40EA-924B-ADA7657F57BD}">
      <dgm:prSet/>
      <dgm:spPr/>
      <dgm:t>
        <a:bodyPr/>
        <a:lstStyle/>
        <a:p>
          <a:endParaRPr lang="en-IN"/>
        </a:p>
      </dgm:t>
    </dgm:pt>
    <dgm:pt modelId="{488F4124-399F-4C97-82C8-2A23404C3402}">
      <dgm:prSet/>
      <dgm:spPr/>
      <dgm:t>
        <a:bodyPr/>
        <a:lstStyle/>
        <a:p>
          <a:r>
            <a:rPr lang="en-US"/>
            <a:t>Used StandardScaler for normalization</a:t>
          </a:r>
          <a:endParaRPr lang="en-IN"/>
        </a:p>
      </dgm:t>
    </dgm:pt>
    <dgm:pt modelId="{9371F4D2-0E47-4DA6-A225-0C5B39D9BF93}" type="parTrans" cxnId="{84A60661-1322-4B53-9EE9-E8E7BB379084}">
      <dgm:prSet/>
      <dgm:spPr/>
      <dgm:t>
        <a:bodyPr/>
        <a:lstStyle/>
        <a:p>
          <a:endParaRPr lang="en-IN"/>
        </a:p>
      </dgm:t>
    </dgm:pt>
    <dgm:pt modelId="{BEE1DD71-85F7-4F71-9200-FAF0EE802637}" type="sibTrans" cxnId="{84A60661-1322-4B53-9EE9-E8E7BB379084}">
      <dgm:prSet/>
      <dgm:spPr/>
      <dgm:t>
        <a:bodyPr/>
        <a:lstStyle/>
        <a:p>
          <a:endParaRPr lang="en-IN"/>
        </a:p>
      </dgm:t>
    </dgm:pt>
    <dgm:pt modelId="{D3E9DFD4-CE32-4C34-8327-2CCB931477E6}">
      <dgm:prSet/>
      <dgm:spPr/>
      <dgm:t>
        <a:bodyPr/>
        <a:lstStyle/>
        <a:p>
          <a:r>
            <a:rPr lang="en-US"/>
            <a:t>Scaling prevents dominance of loudness &amp; tempo</a:t>
          </a:r>
          <a:endParaRPr lang="en-IN"/>
        </a:p>
      </dgm:t>
    </dgm:pt>
    <dgm:pt modelId="{4B3C56DF-42CF-41E6-99E4-E6C1D478C7A4}" type="parTrans" cxnId="{BFF2AB88-35BD-4F9D-916C-80125A9C03CE}">
      <dgm:prSet/>
      <dgm:spPr/>
      <dgm:t>
        <a:bodyPr/>
        <a:lstStyle/>
        <a:p>
          <a:endParaRPr lang="en-IN"/>
        </a:p>
      </dgm:t>
    </dgm:pt>
    <dgm:pt modelId="{74F58A2A-A93F-4EA7-8D00-2BFF5FCA38C0}" type="sibTrans" cxnId="{BFF2AB88-35BD-4F9D-916C-80125A9C03CE}">
      <dgm:prSet/>
      <dgm:spPr/>
      <dgm:t>
        <a:bodyPr/>
        <a:lstStyle/>
        <a:p>
          <a:endParaRPr lang="en-IN"/>
        </a:p>
      </dgm:t>
    </dgm:pt>
    <dgm:pt modelId="{482E59EA-A2B3-4FCA-BF3E-DB22D097F12F}" type="pres">
      <dgm:prSet presAssocID="{7B314006-53C5-49DC-BB4C-8E75C183E1D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D8B1373-CDDC-4E6A-8DEA-B8EB8F303AF3}" type="pres">
      <dgm:prSet presAssocID="{20D8ED39-1944-4A60-ABAC-0DEC745CD561}" presName="hierRoot1" presStyleCnt="0">
        <dgm:presLayoutVars>
          <dgm:hierBranch val="init"/>
        </dgm:presLayoutVars>
      </dgm:prSet>
      <dgm:spPr/>
    </dgm:pt>
    <dgm:pt modelId="{930F8D2C-7B62-42A2-9107-B90FE7A5F3F8}" type="pres">
      <dgm:prSet presAssocID="{20D8ED39-1944-4A60-ABAC-0DEC745CD561}" presName="rootComposite1" presStyleCnt="0"/>
      <dgm:spPr/>
    </dgm:pt>
    <dgm:pt modelId="{A15271BF-FCB4-4BE5-B365-61A1B9C46792}" type="pres">
      <dgm:prSet presAssocID="{20D8ED39-1944-4A60-ABAC-0DEC745CD561}" presName="rootText1" presStyleLbl="node0" presStyleIdx="0" presStyleCnt="4">
        <dgm:presLayoutVars>
          <dgm:chPref val="3"/>
        </dgm:presLayoutVars>
      </dgm:prSet>
      <dgm:spPr/>
    </dgm:pt>
    <dgm:pt modelId="{1610825B-73F3-4575-8BC6-EFCEE20D30E2}" type="pres">
      <dgm:prSet presAssocID="{20D8ED39-1944-4A60-ABAC-0DEC745CD561}" presName="rootConnector1" presStyleLbl="node1" presStyleIdx="0" presStyleCnt="0"/>
      <dgm:spPr/>
    </dgm:pt>
    <dgm:pt modelId="{C79E89DA-A95D-43A5-A42D-9379F311C74C}" type="pres">
      <dgm:prSet presAssocID="{20D8ED39-1944-4A60-ABAC-0DEC745CD561}" presName="hierChild2" presStyleCnt="0"/>
      <dgm:spPr/>
    </dgm:pt>
    <dgm:pt modelId="{01337F30-487B-43B9-AE76-AA5C2CAD14E8}" type="pres">
      <dgm:prSet presAssocID="{20D8ED39-1944-4A60-ABAC-0DEC745CD561}" presName="hierChild3" presStyleCnt="0"/>
      <dgm:spPr/>
    </dgm:pt>
    <dgm:pt modelId="{234C2A0E-D2E5-4A6B-938F-244DA2B7BFE6}" type="pres">
      <dgm:prSet presAssocID="{966848D1-66A8-450D-9310-6A3BD0D2BAA1}" presName="hierRoot1" presStyleCnt="0">
        <dgm:presLayoutVars>
          <dgm:hierBranch val="init"/>
        </dgm:presLayoutVars>
      </dgm:prSet>
      <dgm:spPr/>
    </dgm:pt>
    <dgm:pt modelId="{FEFE3F0D-F48A-47AE-8D58-118C75E0A034}" type="pres">
      <dgm:prSet presAssocID="{966848D1-66A8-450D-9310-6A3BD0D2BAA1}" presName="rootComposite1" presStyleCnt="0"/>
      <dgm:spPr/>
    </dgm:pt>
    <dgm:pt modelId="{1E4DBC9D-7A30-4EB6-AAE9-EC280F48EA1E}" type="pres">
      <dgm:prSet presAssocID="{966848D1-66A8-450D-9310-6A3BD0D2BAA1}" presName="rootText1" presStyleLbl="node0" presStyleIdx="1" presStyleCnt="4">
        <dgm:presLayoutVars>
          <dgm:chPref val="3"/>
        </dgm:presLayoutVars>
      </dgm:prSet>
      <dgm:spPr/>
    </dgm:pt>
    <dgm:pt modelId="{559E1F8D-B7C8-427F-9885-31D05475BA67}" type="pres">
      <dgm:prSet presAssocID="{966848D1-66A8-450D-9310-6A3BD0D2BAA1}" presName="rootConnector1" presStyleLbl="node1" presStyleIdx="0" presStyleCnt="0"/>
      <dgm:spPr/>
    </dgm:pt>
    <dgm:pt modelId="{2DACEBA6-91E8-46E3-B7D9-FD482BF21CE0}" type="pres">
      <dgm:prSet presAssocID="{966848D1-66A8-450D-9310-6A3BD0D2BAA1}" presName="hierChild2" presStyleCnt="0"/>
      <dgm:spPr/>
    </dgm:pt>
    <dgm:pt modelId="{74D37E0B-775A-4629-B0CE-2694E67A9B03}" type="pres">
      <dgm:prSet presAssocID="{966848D1-66A8-450D-9310-6A3BD0D2BAA1}" presName="hierChild3" presStyleCnt="0"/>
      <dgm:spPr/>
    </dgm:pt>
    <dgm:pt modelId="{08EC11A1-9168-40C8-9A24-36347E889686}" type="pres">
      <dgm:prSet presAssocID="{488F4124-399F-4C97-82C8-2A23404C3402}" presName="hierRoot1" presStyleCnt="0">
        <dgm:presLayoutVars>
          <dgm:hierBranch val="init"/>
        </dgm:presLayoutVars>
      </dgm:prSet>
      <dgm:spPr/>
    </dgm:pt>
    <dgm:pt modelId="{CB2010A9-775E-48E8-AC91-4A45FA3832E6}" type="pres">
      <dgm:prSet presAssocID="{488F4124-399F-4C97-82C8-2A23404C3402}" presName="rootComposite1" presStyleCnt="0"/>
      <dgm:spPr/>
    </dgm:pt>
    <dgm:pt modelId="{DA452C47-D952-4990-AFB2-AC800A68BADB}" type="pres">
      <dgm:prSet presAssocID="{488F4124-399F-4C97-82C8-2A23404C3402}" presName="rootText1" presStyleLbl="node0" presStyleIdx="2" presStyleCnt="4">
        <dgm:presLayoutVars>
          <dgm:chPref val="3"/>
        </dgm:presLayoutVars>
      </dgm:prSet>
      <dgm:spPr/>
    </dgm:pt>
    <dgm:pt modelId="{B0FC4D83-C723-469E-A2B5-1FC511481E04}" type="pres">
      <dgm:prSet presAssocID="{488F4124-399F-4C97-82C8-2A23404C3402}" presName="rootConnector1" presStyleLbl="node1" presStyleIdx="0" presStyleCnt="0"/>
      <dgm:spPr/>
    </dgm:pt>
    <dgm:pt modelId="{79311D2C-D7C7-4F04-BC9F-77640FA3B7AB}" type="pres">
      <dgm:prSet presAssocID="{488F4124-399F-4C97-82C8-2A23404C3402}" presName="hierChild2" presStyleCnt="0"/>
      <dgm:spPr/>
    </dgm:pt>
    <dgm:pt modelId="{5BCD0C99-8B81-410C-92DB-F0BB50D7A40C}" type="pres">
      <dgm:prSet presAssocID="{488F4124-399F-4C97-82C8-2A23404C3402}" presName="hierChild3" presStyleCnt="0"/>
      <dgm:spPr/>
    </dgm:pt>
    <dgm:pt modelId="{798E5F9F-2B5B-4094-B700-06570D8C6DCC}" type="pres">
      <dgm:prSet presAssocID="{D3E9DFD4-CE32-4C34-8327-2CCB931477E6}" presName="hierRoot1" presStyleCnt="0">
        <dgm:presLayoutVars>
          <dgm:hierBranch val="init"/>
        </dgm:presLayoutVars>
      </dgm:prSet>
      <dgm:spPr/>
    </dgm:pt>
    <dgm:pt modelId="{BA2D0F5F-2C12-4A1C-AC82-C5E8F4D2BE9D}" type="pres">
      <dgm:prSet presAssocID="{D3E9DFD4-CE32-4C34-8327-2CCB931477E6}" presName="rootComposite1" presStyleCnt="0"/>
      <dgm:spPr/>
    </dgm:pt>
    <dgm:pt modelId="{D8AF65FD-83BA-42F6-9890-2AAF546CD76F}" type="pres">
      <dgm:prSet presAssocID="{D3E9DFD4-CE32-4C34-8327-2CCB931477E6}" presName="rootText1" presStyleLbl="node0" presStyleIdx="3" presStyleCnt="4">
        <dgm:presLayoutVars>
          <dgm:chPref val="3"/>
        </dgm:presLayoutVars>
      </dgm:prSet>
      <dgm:spPr/>
    </dgm:pt>
    <dgm:pt modelId="{A9575658-8978-4334-9FF8-B95DB5C82C8D}" type="pres">
      <dgm:prSet presAssocID="{D3E9DFD4-CE32-4C34-8327-2CCB931477E6}" presName="rootConnector1" presStyleLbl="node1" presStyleIdx="0" presStyleCnt="0"/>
      <dgm:spPr/>
    </dgm:pt>
    <dgm:pt modelId="{8C419807-ED66-4E31-89F4-4A0B4372F4E2}" type="pres">
      <dgm:prSet presAssocID="{D3E9DFD4-CE32-4C34-8327-2CCB931477E6}" presName="hierChild2" presStyleCnt="0"/>
      <dgm:spPr/>
    </dgm:pt>
    <dgm:pt modelId="{7A092F4E-9BB5-4D99-8270-D5339207F045}" type="pres">
      <dgm:prSet presAssocID="{D3E9DFD4-CE32-4C34-8327-2CCB931477E6}" presName="hierChild3" presStyleCnt="0"/>
      <dgm:spPr/>
    </dgm:pt>
  </dgm:ptLst>
  <dgm:cxnLst>
    <dgm:cxn modelId="{76C7F30B-E746-440E-9CDE-8B7516C61E4F}" type="presOf" srcId="{20D8ED39-1944-4A60-ABAC-0DEC745CD561}" destId="{A15271BF-FCB4-4BE5-B365-61A1B9C46792}" srcOrd="0" destOrd="0" presId="urn:microsoft.com/office/officeart/2005/8/layout/orgChart1"/>
    <dgm:cxn modelId="{29F55B0E-9D59-49F9-ACA3-677429FB1A6D}" type="presOf" srcId="{966848D1-66A8-450D-9310-6A3BD0D2BAA1}" destId="{1E4DBC9D-7A30-4EB6-AAE9-EC280F48EA1E}" srcOrd="0" destOrd="0" presId="urn:microsoft.com/office/officeart/2005/8/layout/orgChart1"/>
    <dgm:cxn modelId="{B206A022-011B-4A02-A183-87F10D47F695}" type="presOf" srcId="{D3E9DFD4-CE32-4C34-8327-2CCB931477E6}" destId="{D8AF65FD-83BA-42F6-9890-2AAF546CD76F}" srcOrd="0" destOrd="0" presId="urn:microsoft.com/office/officeart/2005/8/layout/orgChart1"/>
    <dgm:cxn modelId="{84A60661-1322-4B53-9EE9-E8E7BB379084}" srcId="{7B314006-53C5-49DC-BB4C-8E75C183E1D6}" destId="{488F4124-399F-4C97-82C8-2A23404C3402}" srcOrd="2" destOrd="0" parTransId="{9371F4D2-0E47-4DA6-A225-0C5B39D9BF93}" sibTransId="{BEE1DD71-85F7-4F71-9200-FAF0EE802637}"/>
    <dgm:cxn modelId="{03DB9A41-6773-40EA-924B-ADA7657F57BD}" srcId="{7B314006-53C5-49DC-BB4C-8E75C183E1D6}" destId="{966848D1-66A8-450D-9310-6A3BD0D2BAA1}" srcOrd="1" destOrd="0" parTransId="{76CFF96D-C008-4416-A96E-08741AA95447}" sibTransId="{445E8E29-9A2C-4667-967D-8A373F0CDFDF}"/>
    <dgm:cxn modelId="{08615547-EA04-4BA4-AEA0-1ABD0F6E96FE}" type="presOf" srcId="{D3E9DFD4-CE32-4C34-8327-2CCB931477E6}" destId="{A9575658-8978-4334-9FF8-B95DB5C82C8D}" srcOrd="1" destOrd="0" presId="urn:microsoft.com/office/officeart/2005/8/layout/orgChart1"/>
    <dgm:cxn modelId="{8A626D4E-B2A9-45F7-9A3D-40B52288EFAF}" srcId="{7B314006-53C5-49DC-BB4C-8E75C183E1D6}" destId="{20D8ED39-1944-4A60-ABAC-0DEC745CD561}" srcOrd="0" destOrd="0" parTransId="{C53966AA-7988-4B23-A3B5-8F3FB7E2E849}" sibTransId="{3E3B07B3-85AD-4999-8B9B-6B98048B7502}"/>
    <dgm:cxn modelId="{3A17F57D-09CD-494B-A53B-9934DEC0821A}" type="presOf" srcId="{966848D1-66A8-450D-9310-6A3BD0D2BAA1}" destId="{559E1F8D-B7C8-427F-9885-31D05475BA67}" srcOrd="1" destOrd="0" presId="urn:microsoft.com/office/officeart/2005/8/layout/orgChart1"/>
    <dgm:cxn modelId="{BFF2AB88-35BD-4F9D-916C-80125A9C03CE}" srcId="{7B314006-53C5-49DC-BB4C-8E75C183E1D6}" destId="{D3E9DFD4-CE32-4C34-8327-2CCB931477E6}" srcOrd="3" destOrd="0" parTransId="{4B3C56DF-42CF-41E6-99E4-E6C1D478C7A4}" sibTransId="{74F58A2A-A93F-4EA7-8D00-2BFF5FCA38C0}"/>
    <dgm:cxn modelId="{83F259AB-CAEC-4017-86BE-C7475CCE5DC6}" type="presOf" srcId="{488F4124-399F-4C97-82C8-2A23404C3402}" destId="{B0FC4D83-C723-469E-A2B5-1FC511481E04}" srcOrd="1" destOrd="0" presId="urn:microsoft.com/office/officeart/2005/8/layout/orgChart1"/>
    <dgm:cxn modelId="{7EE419D6-1763-4792-8E1E-DAC62B369F59}" type="presOf" srcId="{488F4124-399F-4C97-82C8-2A23404C3402}" destId="{DA452C47-D952-4990-AFB2-AC800A68BADB}" srcOrd="0" destOrd="0" presId="urn:microsoft.com/office/officeart/2005/8/layout/orgChart1"/>
    <dgm:cxn modelId="{89E705DA-2A2E-4B80-9D62-C9A3B6825298}" type="presOf" srcId="{20D8ED39-1944-4A60-ABAC-0DEC745CD561}" destId="{1610825B-73F3-4575-8BC6-EFCEE20D30E2}" srcOrd="1" destOrd="0" presId="urn:microsoft.com/office/officeart/2005/8/layout/orgChart1"/>
    <dgm:cxn modelId="{1F5143DF-D31E-46E0-8A70-DA4E18DCBEAE}" type="presOf" srcId="{7B314006-53C5-49DC-BB4C-8E75C183E1D6}" destId="{482E59EA-A2B3-4FCA-BF3E-DB22D097F12F}" srcOrd="0" destOrd="0" presId="urn:microsoft.com/office/officeart/2005/8/layout/orgChart1"/>
    <dgm:cxn modelId="{C0810946-C058-439E-B583-05DB5AE94FE7}" type="presParOf" srcId="{482E59EA-A2B3-4FCA-BF3E-DB22D097F12F}" destId="{5D8B1373-CDDC-4E6A-8DEA-B8EB8F303AF3}" srcOrd="0" destOrd="0" presId="urn:microsoft.com/office/officeart/2005/8/layout/orgChart1"/>
    <dgm:cxn modelId="{C6B60D6A-B0F1-4517-A817-BF2C5FD505BA}" type="presParOf" srcId="{5D8B1373-CDDC-4E6A-8DEA-B8EB8F303AF3}" destId="{930F8D2C-7B62-42A2-9107-B90FE7A5F3F8}" srcOrd="0" destOrd="0" presId="urn:microsoft.com/office/officeart/2005/8/layout/orgChart1"/>
    <dgm:cxn modelId="{444DBBA4-4EC7-4567-BA5F-37F83560C42B}" type="presParOf" srcId="{930F8D2C-7B62-42A2-9107-B90FE7A5F3F8}" destId="{A15271BF-FCB4-4BE5-B365-61A1B9C46792}" srcOrd="0" destOrd="0" presId="urn:microsoft.com/office/officeart/2005/8/layout/orgChart1"/>
    <dgm:cxn modelId="{CEA9B46C-F779-44CD-A597-F15F5911C3D8}" type="presParOf" srcId="{930F8D2C-7B62-42A2-9107-B90FE7A5F3F8}" destId="{1610825B-73F3-4575-8BC6-EFCEE20D30E2}" srcOrd="1" destOrd="0" presId="urn:microsoft.com/office/officeart/2005/8/layout/orgChart1"/>
    <dgm:cxn modelId="{C44E2E65-F9F7-4862-ADAA-A82D7A6DE342}" type="presParOf" srcId="{5D8B1373-CDDC-4E6A-8DEA-B8EB8F303AF3}" destId="{C79E89DA-A95D-43A5-A42D-9379F311C74C}" srcOrd="1" destOrd="0" presId="urn:microsoft.com/office/officeart/2005/8/layout/orgChart1"/>
    <dgm:cxn modelId="{E52B17E9-FABD-4F7F-9F54-FEC0601B648C}" type="presParOf" srcId="{5D8B1373-CDDC-4E6A-8DEA-B8EB8F303AF3}" destId="{01337F30-487B-43B9-AE76-AA5C2CAD14E8}" srcOrd="2" destOrd="0" presId="urn:microsoft.com/office/officeart/2005/8/layout/orgChart1"/>
    <dgm:cxn modelId="{E4D215FF-01CE-431A-9D5E-0183CDA2CC90}" type="presParOf" srcId="{482E59EA-A2B3-4FCA-BF3E-DB22D097F12F}" destId="{234C2A0E-D2E5-4A6B-938F-244DA2B7BFE6}" srcOrd="1" destOrd="0" presId="urn:microsoft.com/office/officeart/2005/8/layout/orgChart1"/>
    <dgm:cxn modelId="{270397DE-F149-4F14-8531-F10CF1937BA4}" type="presParOf" srcId="{234C2A0E-D2E5-4A6B-938F-244DA2B7BFE6}" destId="{FEFE3F0D-F48A-47AE-8D58-118C75E0A034}" srcOrd="0" destOrd="0" presId="urn:microsoft.com/office/officeart/2005/8/layout/orgChart1"/>
    <dgm:cxn modelId="{943D8B14-7F69-4BEF-AA39-74CB7287C77E}" type="presParOf" srcId="{FEFE3F0D-F48A-47AE-8D58-118C75E0A034}" destId="{1E4DBC9D-7A30-4EB6-AAE9-EC280F48EA1E}" srcOrd="0" destOrd="0" presId="urn:microsoft.com/office/officeart/2005/8/layout/orgChart1"/>
    <dgm:cxn modelId="{7BC6D5E9-900A-4FE1-9208-833B56855775}" type="presParOf" srcId="{FEFE3F0D-F48A-47AE-8D58-118C75E0A034}" destId="{559E1F8D-B7C8-427F-9885-31D05475BA67}" srcOrd="1" destOrd="0" presId="urn:microsoft.com/office/officeart/2005/8/layout/orgChart1"/>
    <dgm:cxn modelId="{05E4F720-3BD8-4C42-AC90-75866CE46D83}" type="presParOf" srcId="{234C2A0E-D2E5-4A6B-938F-244DA2B7BFE6}" destId="{2DACEBA6-91E8-46E3-B7D9-FD482BF21CE0}" srcOrd="1" destOrd="0" presId="urn:microsoft.com/office/officeart/2005/8/layout/orgChart1"/>
    <dgm:cxn modelId="{36E62236-A4AA-465B-83A9-EE9F29C6185B}" type="presParOf" srcId="{234C2A0E-D2E5-4A6B-938F-244DA2B7BFE6}" destId="{74D37E0B-775A-4629-B0CE-2694E67A9B03}" srcOrd="2" destOrd="0" presId="urn:microsoft.com/office/officeart/2005/8/layout/orgChart1"/>
    <dgm:cxn modelId="{0EFF2395-15ED-43C2-B8E3-347D1BDBDBDA}" type="presParOf" srcId="{482E59EA-A2B3-4FCA-BF3E-DB22D097F12F}" destId="{08EC11A1-9168-40C8-9A24-36347E889686}" srcOrd="2" destOrd="0" presId="urn:microsoft.com/office/officeart/2005/8/layout/orgChart1"/>
    <dgm:cxn modelId="{802D3A3E-9EC6-4A66-AF35-2B2C186FEF3A}" type="presParOf" srcId="{08EC11A1-9168-40C8-9A24-36347E889686}" destId="{CB2010A9-775E-48E8-AC91-4A45FA3832E6}" srcOrd="0" destOrd="0" presId="urn:microsoft.com/office/officeart/2005/8/layout/orgChart1"/>
    <dgm:cxn modelId="{174DDAF8-D011-4B48-848D-61DFA91DFAF4}" type="presParOf" srcId="{CB2010A9-775E-48E8-AC91-4A45FA3832E6}" destId="{DA452C47-D952-4990-AFB2-AC800A68BADB}" srcOrd="0" destOrd="0" presId="urn:microsoft.com/office/officeart/2005/8/layout/orgChart1"/>
    <dgm:cxn modelId="{586D4F5D-0A4E-452D-9E4A-D2532764AE80}" type="presParOf" srcId="{CB2010A9-775E-48E8-AC91-4A45FA3832E6}" destId="{B0FC4D83-C723-469E-A2B5-1FC511481E04}" srcOrd="1" destOrd="0" presId="urn:microsoft.com/office/officeart/2005/8/layout/orgChart1"/>
    <dgm:cxn modelId="{1CC09C55-63FE-48D7-AC63-483782F080B8}" type="presParOf" srcId="{08EC11A1-9168-40C8-9A24-36347E889686}" destId="{79311D2C-D7C7-4F04-BC9F-77640FA3B7AB}" srcOrd="1" destOrd="0" presId="urn:microsoft.com/office/officeart/2005/8/layout/orgChart1"/>
    <dgm:cxn modelId="{45FD92B9-8DB5-4EBB-AB0B-6D36868DCEE9}" type="presParOf" srcId="{08EC11A1-9168-40C8-9A24-36347E889686}" destId="{5BCD0C99-8B81-410C-92DB-F0BB50D7A40C}" srcOrd="2" destOrd="0" presId="urn:microsoft.com/office/officeart/2005/8/layout/orgChart1"/>
    <dgm:cxn modelId="{13D20FEE-C9D8-4F6F-BEAA-9719A0F86883}" type="presParOf" srcId="{482E59EA-A2B3-4FCA-BF3E-DB22D097F12F}" destId="{798E5F9F-2B5B-4094-B700-06570D8C6DCC}" srcOrd="3" destOrd="0" presId="urn:microsoft.com/office/officeart/2005/8/layout/orgChart1"/>
    <dgm:cxn modelId="{79F26E2E-85A7-4BC2-B000-95CECE56DCB6}" type="presParOf" srcId="{798E5F9F-2B5B-4094-B700-06570D8C6DCC}" destId="{BA2D0F5F-2C12-4A1C-AC82-C5E8F4D2BE9D}" srcOrd="0" destOrd="0" presId="urn:microsoft.com/office/officeart/2005/8/layout/orgChart1"/>
    <dgm:cxn modelId="{6C5AAD39-D36B-47BF-9306-5CF50D7EADCC}" type="presParOf" srcId="{BA2D0F5F-2C12-4A1C-AC82-C5E8F4D2BE9D}" destId="{D8AF65FD-83BA-42F6-9890-2AAF546CD76F}" srcOrd="0" destOrd="0" presId="urn:microsoft.com/office/officeart/2005/8/layout/orgChart1"/>
    <dgm:cxn modelId="{49F91D10-46CD-4A56-9864-7A874A343923}" type="presParOf" srcId="{BA2D0F5F-2C12-4A1C-AC82-C5E8F4D2BE9D}" destId="{A9575658-8978-4334-9FF8-B95DB5C82C8D}" srcOrd="1" destOrd="0" presId="urn:microsoft.com/office/officeart/2005/8/layout/orgChart1"/>
    <dgm:cxn modelId="{665F0577-346D-4320-A5ED-9B3725720AD2}" type="presParOf" srcId="{798E5F9F-2B5B-4094-B700-06570D8C6DCC}" destId="{8C419807-ED66-4E31-89F4-4A0B4372F4E2}" srcOrd="1" destOrd="0" presId="urn:microsoft.com/office/officeart/2005/8/layout/orgChart1"/>
    <dgm:cxn modelId="{6B6D3E91-EB35-4E76-87B8-8C3BDCA4F475}" type="presParOf" srcId="{798E5F9F-2B5B-4094-B700-06570D8C6DCC}" destId="{7A092F4E-9BB5-4D99-8270-D5339207F04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A7717B-760B-4BC4-B29C-CE51D6E1F97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52E826E-2CEA-4B00-A620-F1D8083F1164}">
      <dgm:prSet/>
      <dgm:spPr/>
      <dgm:t>
        <a:bodyPr/>
        <a:lstStyle/>
        <a:p>
          <a:r>
            <a:rPr lang="en-US"/>
            <a:t>cluster_0.csv</a:t>
          </a:r>
          <a:endParaRPr lang="en-IN"/>
        </a:p>
      </dgm:t>
    </dgm:pt>
    <dgm:pt modelId="{1DAB65B6-569C-4571-A356-C4BE6AE0D87C}" type="parTrans" cxnId="{F107A1FB-B8C6-4570-8C46-48E69666186D}">
      <dgm:prSet/>
      <dgm:spPr/>
      <dgm:t>
        <a:bodyPr/>
        <a:lstStyle/>
        <a:p>
          <a:endParaRPr lang="en-IN"/>
        </a:p>
      </dgm:t>
    </dgm:pt>
    <dgm:pt modelId="{F9E97FA8-F295-4A56-B150-5C1B172A355C}" type="sibTrans" cxnId="{F107A1FB-B8C6-4570-8C46-48E69666186D}">
      <dgm:prSet/>
      <dgm:spPr/>
      <dgm:t>
        <a:bodyPr/>
        <a:lstStyle/>
        <a:p>
          <a:endParaRPr lang="en-IN"/>
        </a:p>
      </dgm:t>
    </dgm:pt>
    <dgm:pt modelId="{11A0D29E-2C92-4303-90CE-1FDE18B16BC0}">
      <dgm:prSet/>
      <dgm:spPr/>
      <dgm:t>
        <a:bodyPr/>
        <a:lstStyle/>
        <a:p>
          <a:r>
            <a:rPr lang="en-US"/>
            <a:t>cluster_1.csv</a:t>
          </a:r>
          <a:endParaRPr lang="en-IN"/>
        </a:p>
      </dgm:t>
    </dgm:pt>
    <dgm:pt modelId="{792866D6-69CD-47C1-8D09-C3A7B12C100B}" type="parTrans" cxnId="{9351B50C-1EAF-468E-AEBA-FD86EDFA1EBE}">
      <dgm:prSet/>
      <dgm:spPr/>
      <dgm:t>
        <a:bodyPr/>
        <a:lstStyle/>
        <a:p>
          <a:endParaRPr lang="en-IN"/>
        </a:p>
      </dgm:t>
    </dgm:pt>
    <dgm:pt modelId="{52F23102-B10D-401A-866D-03613A7682EE}" type="sibTrans" cxnId="{9351B50C-1EAF-468E-AEBA-FD86EDFA1EBE}">
      <dgm:prSet/>
      <dgm:spPr/>
      <dgm:t>
        <a:bodyPr/>
        <a:lstStyle/>
        <a:p>
          <a:endParaRPr lang="en-IN"/>
        </a:p>
      </dgm:t>
    </dgm:pt>
    <dgm:pt modelId="{622E51F4-B4AA-472C-A9EA-1F3A14CD8C2F}">
      <dgm:prSet/>
      <dgm:spPr/>
      <dgm:t>
        <a:bodyPr/>
        <a:lstStyle/>
        <a:p>
          <a:r>
            <a:rPr lang="en-US"/>
            <a:t>cluster_2.csv</a:t>
          </a:r>
          <a:endParaRPr lang="en-IN"/>
        </a:p>
      </dgm:t>
    </dgm:pt>
    <dgm:pt modelId="{3413C9B3-4B2A-41B7-9A8B-53C9D6E43D1D}" type="parTrans" cxnId="{F11A0585-01BF-40D8-84BC-77FFD1C57147}">
      <dgm:prSet/>
      <dgm:spPr/>
      <dgm:t>
        <a:bodyPr/>
        <a:lstStyle/>
        <a:p>
          <a:endParaRPr lang="en-IN"/>
        </a:p>
      </dgm:t>
    </dgm:pt>
    <dgm:pt modelId="{5D73BC5F-72F9-4214-B567-AA4A4218E174}" type="sibTrans" cxnId="{F11A0585-01BF-40D8-84BC-77FFD1C57147}">
      <dgm:prSet/>
      <dgm:spPr/>
      <dgm:t>
        <a:bodyPr/>
        <a:lstStyle/>
        <a:p>
          <a:endParaRPr lang="en-IN"/>
        </a:p>
      </dgm:t>
    </dgm:pt>
    <dgm:pt modelId="{6F0040F7-9752-49F5-9BF9-8FD605B05C1E}">
      <dgm:prSet/>
      <dgm:spPr/>
      <dgm:t>
        <a:bodyPr/>
        <a:lstStyle/>
        <a:p>
          <a:r>
            <a:rPr lang="en-US"/>
            <a:t>Console Message:</a:t>
          </a:r>
          <a:br>
            <a:rPr lang="en-US"/>
          </a:br>
          <a:r>
            <a:rPr lang="en-US"/>
            <a:t>"Cluster files exported successfully."</a:t>
          </a:r>
          <a:endParaRPr lang="en-IN"/>
        </a:p>
      </dgm:t>
    </dgm:pt>
    <dgm:pt modelId="{D4F7F9E5-BFF9-4915-BA2D-C3CD999671D0}" type="parTrans" cxnId="{6596A88D-6021-4E55-8EEC-7C3BD023C15F}">
      <dgm:prSet/>
      <dgm:spPr/>
      <dgm:t>
        <a:bodyPr/>
        <a:lstStyle/>
        <a:p>
          <a:endParaRPr lang="en-IN"/>
        </a:p>
      </dgm:t>
    </dgm:pt>
    <dgm:pt modelId="{C6843D23-D994-4D0C-BA62-5C172C5266F9}" type="sibTrans" cxnId="{6596A88D-6021-4E55-8EEC-7C3BD023C15F}">
      <dgm:prSet/>
      <dgm:spPr/>
      <dgm:t>
        <a:bodyPr/>
        <a:lstStyle/>
        <a:p>
          <a:endParaRPr lang="en-IN"/>
        </a:p>
      </dgm:t>
    </dgm:pt>
    <dgm:pt modelId="{7191DDCC-8B0F-4105-B7B7-3142AA47E6AC}" type="pres">
      <dgm:prSet presAssocID="{F8A7717B-760B-4BC4-B29C-CE51D6E1F970}" presName="CompostProcess" presStyleCnt="0">
        <dgm:presLayoutVars>
          <dgm:dir/>
          <dgm:resizeHandles val="exact"/>
        </dgm:presLayoutVars>
      </dgm:prSet>
      <dgm:spPr/>
    </dgm:pt>
    <dgm:pt modelId="{01612AA1-2E50-497F-B97B-203C36C89F45}" type="pres">
      <dgm:prSet presAssocID="{F8A7717B-760B-4BC4-B29C-CE51D6E1F970}" presName="arrow" presStyleLbl="bgShp" presStyleIdx="0" presStyleCnt="1"/>
      <dgm:spPr/>
    </dgm:pt>
    <dgm:pt modelId="{9916057F-92B3-41E3-B733-F6F275AA24ED}" type="pres">
      <dgm:prSet presAssocID="{F8A7717B-760B-4BC4-B29C-CE51D6E1F970}" presName="linearProcess" presStyleCnt="0"/>
      <dgm:spPr/>
    </dgm:pt>
    <dgm:pt modelId="{05C04136-23D4-415E-940A-618BE3210A70}" type="pres">
      <dgm:prSet presAssocID="{A52E826E-2CEA-4B00-A620-F1D8083F1164}" presName="textNode" presStyleLbl="node1" presStyleIdx="0" presStyleCnt="4">
        <dgm:presLayoutVars>
          <dgm:bulletEnabled val="1"/>
        </dgm:presLayoutVars>
      </dgm:prSet>
      <dgm:spPr/>
    </dgm:pt>
    <dgm:pt modelId="{66C76CE8-62FF-4297-9283-7B0CB576381E}" type="pres">
      <dgm:prSet presAssocID="{F9E97FA8-F295-4A56-B150-5C1B172A355C}" presName="sibTrans" presStyleCnt="0"/>
      <dgm:spPr/>
    </dgm:pt>
    <dgm:pt modelId="{15BC8A42-1CE1-495B-A565-6555B53F6AC0}" type="pres">
      <dgm:prSet presAssocID="{11A0D29E-2C92-4303-90CE-1FDE18B16BC0}" presName="textNode" presStyleLbl="node1" presStyleIdx="1" presStyleCnt="4">
        <dgm:presLayoutVars>
          <dgm:bulletEnabled val="1"/>
        </dgm:presLayoutVars>
      </dgm:prSet>
      <dgm:spPr/>
    </dgm:pt>
    <dgm:pt modelId="{30353037-B993-41F4-9B74-825C66F965D1}" type="pres">
      <dgm:prSet presAssocID="{52F23102-B10D-401A-866D-03613A7682EE}" presName="sibTrans" presStyleCnt="0"/>
      <dgm:spPr/>
    </dgm:pt>
    <dgm:pt modelId="{D19A6787-0E3B-437A-BAC3-C733EA527B9E}" type="pres">
      <dgm:prSet presAssocID="{622E51F4-B4AA-472C-A9EA-1F3A14CD8C2F}" presName="textNode" presStyleLbl="node1" presStyleIdx="2" presStyleCnt="4">
        <dgm:presLayoutVars>
          <dgm:bulletEnabled val="1"/>
        </dgm:presLayoutVars>
      </dgm:prSet>
      <dgm:spPr/>
    </dgm:pt>
    <dgm:pt modelId="{C22885A0-5FA2-4C70-A903-1A569672C3FE}" type="pres">
      <dgm:prSet presAssocID="{5D73BC5F-72F9-4214-B567-AA4A4218E174}" presName="sibTrans" presStyleCnt="0"/>
      <dgm:spPr/>
    </dgm:pt>
    <dgm:pt modelId="{4992A6D3-19A4-4915-A248-84C4DC0E433B}" type="pres">
      <dgm:prSet presAssocID="{6F0040F7-9752-49F5-9BF9-8FD605B05C1E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1129560B-51B1-4432-9A3C-8C09BE5C515C}" type="presOf" srcId="{6F0040F7-9752-49F5-9BF9-8FD605B05C1E}" destId="{4992A6D3-19A4-4915-A248-84C4DC0E433B}" srcOrd="0" destOrd="0" presId="urn:microsoft.com/office/officeart/2005/8/layout/hProcess9"/>
    <dgm:cxn modelId="{9351B50C-1EAF-468E-AEBA-FD86EDFA1EBE}" srcId="{F8A7717B-760B-4BC4-B29C-CE51D6E1F970}" destId="{11A0D29E-2C92-4303-90CE-1FDE18B16BC0}" srcOrd="1" destOrd="0" parTransId="{792866D6-69CD-47C1-8D09-C3A7B12C100B}" sibTransId="{52F23102-B10D-401A-866D-03613A7682EE}"/>
    <dgm:cxn modelId="{F62EB03E-0C6D-400C-B862-FE068EE6FF61}" type="presOf" srcId="{622E51F4-B4AA-472C-A9EA-1F3A14CD8C2F}" destId="{D19A6787-0E3B-437A-BAC3-C733EA527B9E}" srcOrd="0" destOrd="0" presId="urn:microsoft.com/office/officeart/2005/8/layout/hProcess9"/>
    <dgm:cxn modelId="{60DD3E5E-BD8E-4A9A-9CAC-423965478612}" type="presOf" srcId="{F8A7717B-760B-4BC4-B29C-CE51D6E1F970}" destId="{7191DDCC-8B0F-4105-B7B7-3142AA47E6AC}" srcOrd="0" destOrd="0" presId="urn:microsoft.com/office/officeart/2005/8/layout/hProcess9"/>
    <dgm:cxn modelId="{F11A0585-01BF-40D8-84BC-77FFD1C57147}" srcId="{F8A7717B-760B-4BC4-B29C-CE51D6E1F970}" destId="{622E51F4-B4AA-472C-A9EA-1F3A14CD8C2F}" srcOrd="2" destOrd="0" parTransId="{3413C9B3-4B2A-41B7-9A8B-53C9D6E43D1D}" sibTransId="{5D73BC5F-72F9-4214-B567-AA4A4218E174}"/>
    <dgm:cxn modelId="{6596A88D-6021-4E55-8EEC-7C3BD023C15F}" srcId="{F8A7717B-760B-4BC4-B29C-CE51D6E1F970}" destId="{6F0040F7-9752-49F5-9BF9-8FD605B05C1E}" srcOrd="3" destOrd="0" parTransId="{D4F7F9E5-BFF9-4915-BA2D-C3CD999671D0}" sibTransId="{C6843D23-D994-4D0C-BA62-5C172C5266F9}"/>
    <dgm:cxn modelId="{6571A2B1-0D83-43EF-9E88-FA9C425E7640}" type="presOf" srcId="{A52E826E-2CEA-4B00-A620-F1D8083F1164}" destId="{05C04136-23D4-415E-940A-618BE3210A70}" srcOrd="0" destOrd="0" presId="urn:microsoft.com/office/officeart/2005/8/layout/hProcess9"/>
    <dgm:cxn modelId="{8A336CC1-8BEC-40EF-889A-B70413BC984E}" type="presOf" srcId="{11A0D29E-2C92-4303-90CE-1FDE18B16BC0}" destId="{15BC8A42-1CE1-495B-A565-6555B53F6AC0}" srcOrd="0" destOrd="0" presId="urn:microsoft.com/office/officeart/2005/8/layout/hProcess9"/>
    <dgm:cxn modelId="{F107A1FB-B8C6-4570-8C46-48E69666186D}" srcId="{F8A7717B-760B-4BC4-B29C-CE51D6E1F970}" destId="{A52E826E-2CEA-4B00-A620-F1D8083F1164}" srcOrd="0" destOrd="0" parTransId="{1DAB65B6-569C-4571-A356-C4BE6AE0D87C}" sibTransId="{F9E97FA8-F295-4A56-B150-5C1B172A355C}"/>
    <dgm:cxn modelId="{27D01935-BA38-482A-A3DF-60E89073774D}" type="presParOf" srcId="{7191DDCC-8B0F-4105-B7B7-3142AA47E6AC}" destId="{01612AA1-2E50-497F-B97B-203C36C89F45}" srcOrd="0" destOrd="0" presId="urn:microsoft.com/office/officeart/2005/8/layout/hProcess9"/>
    <dgm:cxn modelId="{D46383E2-EAAB-43D9-9A21-7E2F13F3D7E6}" type="presParOf" srcId="{7191DDCC-8B0F-4105-B7B7-3142AA47E6AC}" destId="{9916057F-92B3-41E3-B733-F6F275AA24ED}" srcOrd="1" destOrd="0" presId="urn:microsoft.com/office/officeart/2005/8/layout/hProcess9"/>
    <dgm:cxn modelId="{11BEFF23-2637-4424-9272-0BBD2C0A1E4E}" type="presParOf" srcId="{9916057F-92B3-41E3-B733-F6F275AA24ED}" destId="{05C04136-23D4-415E-940A-618BE3210A70}" srcOrd="0" destOrd="0" presId="urn:microsoft.com/office/officeart/2005/8/layout/hProcess9"/>
    <dgm:cxn modelId="{31776D9F-FD04-48E0-9B54-686C89B37742}" type="presParOf" srcId="{9916057F-92B3-41E3-B733-F6F275AA24ED}" destId="{66C76CE8-62FF-4297-9283-7B0CB576381E}" srcOrd="1" destOrd="0" presId="urn:microsoft.com/office/officeart/2005/8/layout/hProcess9"/>
    <dgm:cxn modelId="{0C44DBD6-27D9-4A87-8232-3695F465B135}" type="presParOf" srcId="{9916057F-92B3-41E3-B733-F6F275AA24ED}" destId="{15BC8A42-1CE1-495B-A565-6555B53F6AC0}" srcOrd="2" destOrd="0" presId="urn:microsoft.com/office/officeart/2005/8/layout/hProcess9"/>
    <dgm:cxn modelId="{5E6B60FB-4F12-44FA-A408-04F5FD22376A}" type="presParOf" srcId="{9916057F-92B3-41E3-B733-F6F275AA24ED}" destId="{30353037-B993-41F4-9B74-825C66F965D1}" srcOrd="3" destOrd="0" presId="urn:microsoft.com/office/officeart/2005/8/layout/hProcess9"/>
    <dgm:cxn modelId="{F7E5BAEC-5DC7-49E3-8C33-6F69F488599E}" type="presParOf" srcId="{9916057F-92B3-41E3-B733-F6F275AA24ED}" destId="{D19A6787-0E3B-437A-BAC3-C733EA527B9E}" srcOrd="4" destOrd="0" presId="urn:microsoft.com/office/officeart/2005/8/layout/hProcess9"/>
    <dgm:cxn modelId="{EE07760D-42B4-4DA9-A36E-789FA6C08109}" type="presParOf" srcId="{9916057F-92B3-41E3-B733-F6F275AA24ED}" destId="{C22885A0-5FA2-4C70-A903-1A569672C3FE}" srcOrd="5" destOrd="0" presId="urn:microsoft.com/office/officeart/2005/8/layout/hProcess9"/>
    <dgm:cxn modelId="{3A6C9DE3-DEED-4FAA-8357-C59628B06946}" type="presParOf" srcId="{9916057F-92B3-41E3-B733-F6F275AA24ED}" destId="{4992A6D3-19A4-4915-A248-84C4DC0E433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E7311-E7AF-4344-8759-9233CFC877ED}">
      <dsp:nvSpPr>
        <dsp:cNvPr id="0" name=""/>
        <dsp:cNvSpPr/>
      </dsp:nvSpPr>
      <dsp:spPr>
        <a:xfrm>
          <a:off x="0" y="3987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Explore and preprocess Amazon Music dataset</a:t>
          </a:r>
        </a:p>
      </dsp:txBody>
      <dsp:txXfrm>
        <a:off x="31984" y="71855"/>
        <a:ext cx="10965647" cy="591232"/>
      </dsp:txXfrm>
    </dsp:sp>
    <dsp:sp modelId="{3CB0F276-9A56-43B2-B46F-7B3BE8BDBA21}">
      <dsp:nvSpPr>
        <dsp:cNvPr id="0" name=""/>
        <dsp:cNvSpPr/>
      </dsp:nvSpPr>
      <dsp:spPr>
        <a:xfrm>
          <a:off x="0" y="77571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Normalize audio features</a:t>
          </a:r>
        </a:p>
      </dsp:txBody>
      <dsp:txXfrm>
        <a:off x="31984" y="807695"/>
        <a:ext cx="10965647" cy="591232"/>
      </dsp:txXfrm>
    </dsp:sp>
    <dsp:sp modelId="{21D0CC4B-0D62-466B-A21A-EA742B0A3DE3}">
      <dsp:nvSpPr>
        <dsp:cNvPr id="0" name=""/>
        <dsp:cNvSpPr/>
      </dsp:nvSpPr>
      <dsp:spPr>
        <a:xfrm>
          <a:off x="0" y="151155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Apply K-Means clustering</a:t>
          </a:r>
        </a:p>
      </dsp:txBody>
      <dsp:txXfrm>
        <a:off x="31984" y="1543535"/>
        <a:ext cx="10965647" cy="591232"/>
      </dsp:txXfrm>
    </dsp:sp>
    <dsp:sp modelId="{44CC30F4-3436-4D91-A66C-DDBB8F46DF66}">
      <dsp:nvSpPr>
        <dsp:cNvPr id="0" name=""/>
        <dsp:cNvSpPr/>
      </dsp:nvSpPr>
      <dsp:spPr>
        <a:xfrm>
          <a:off x="0" y="224739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Identify optimal number of clusters</a:t>
          </a:r>
        </a:p>
      </dsp:txBody>
      <dsp:txXfrm>
        <a:off x="31984" y="2279375"/>
        <a:ext cx="10965647" cy="591232"/>
      </dsp:txXfrm>
    </dsp:sp>
    <dsp:sp modelId="{0F3E9316-1AB6-48B7-9C74-3BD1FFF2C7AB}">
      <dsp:nvSpPr>
        <dsp:cNvPr id="0" name=""/>
        <dsp:cNvSpPr/>
      </dsp:nvSpPr>
      <dsp:spPr>
        <a:xfrm>
          <a:off x="0" y="2983231"/>
          <a:ext cx="11029615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Visualize and interpret song clusters</a:t>
          </a:r>
        </a:p>
      </dsp:txBody>
      <dsp:txXfrm>
        <a:off x="31984" y="3015215"/>
        <a:ext cx="10965647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0D1406-BF6B-4771-8746-A759D2DF516E}">
      <dsp:nvSpPr>
        <dsp:cNvPr id="0" name=""/>
        <dsp:cNvSpPr/>
      </dsp:nvSpPr>
      <dsp:spPr>
        <a:xfrm>
          <a:off x="4146" y="29611"/>
          <a:ext cx="2493511" cy="25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95,837 songs</a:t>
          </a:r>
          <a:endParaRPr lang="en-IN" sz="900" kern="1200"/>
        </a:p>
      </dsp:txBody>
      <dsp:txXfrm>
        <a:off x="4146" y="29611"/>
        <a:ext cx="2493511" cy="259200"/>
      </dsp:txXfrm>
    </dsp:sp>
    <dsp:sp modelId="{F3EFAA2F-CF8A-42E9-AAA0-11A2D12EF6EB}">
      <dsp:nvSpPr>
        <dsp:cNvPr id="0" name=""/>
        <dsp:cNvSpPr/>
      </dsp:nvSpPr>
      <dsp:spPr>
        <a:xfrm>
          <a:off x="7" y="318423"/>
          <a:ext cx="2493511" cy="3359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B4AD275-77D7-4894-8172-7B349DFFFBFE}">
      <dsp:nvSpPr>
        <dsp:cNvPr id="0" name=""/>
        <dsp:cNvSpPr/>
      </dsp:nvSpPr>
      <dsp:spPr>
        <a:xfrm>
          <a:off x="2846750" y="29611"/>
          <a:ext cx="2493511" cy="25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23 original features</a:t>
          </a:r>
          <a:endParaRPr lang="en-IN" sz="900" kern="1200" dirty="0"/>
        </a:p>
      </dsp:txBody>
      <dsp:txXfrm>
        <a:off x="2846750" y="29611"/>
        <a:ext cx="2493511" cy="259200"/>
      </dsp:txXfrm>
    </dsp:sp>
    <dsp:sp modelId="{3004EFEE-5103-410B-AFC1-5CB10CC39C3E}">
      <dsp:nvSpPr>
        <dsp:cNvPr id="0" name=""/>
        <dsp:cNvSpPr/>
      </dsp:nvSpPr>
      <dsp:spPr>
        <a:xfrm>
          <a:off x="2846750" y="288811"/>
          <a:ext cx="2493511" cy="3359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id_songs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name_song</a:t>
          </a:r>
          <a:r>
            <a:rPr lang="en-IN" sz="900" kern="1200" dirty="0"/>
            <a:t>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popularity_songs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duration_ms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explicit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id_artists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release_date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danceability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energy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key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loudness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mode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speechiness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acousticness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instrumentalness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liveness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valence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tempo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time_signature</a:t>
          </a:r>
          <a:r>
            <a:rPr lang="en-IN" sz="900" kern="1200" dirty="0"/>
            <a:t>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followers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genres 	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name_artists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 err="1"/>
            <a:t>popularity_artists</a:t>
          </a:r>
          <a:r>
            <a:rPr lang="en-IN" sz="900" kern="1200" dirty="0"/>
            <a:t> </a:t>
          </a:r>
        </a:p>
      </dsp:txBody>
      <dsp:txXfrm>
        <a:off x="2846750" y="288811"/>
        <a:ext cx="2493511" cy="3359879"/>
      </dsp:txXfrm>
    </dsp:sp>
    <dsp:sp modelId="{6D5674AB-7F94-4111-B4F2-4DF9309B8020}">
      <dsp:nvSpPr>
        <dsp:cNvPr id="0" name=""/>
        <dsp:cNvSpPr/>
      </dsp:nvSpPr>
      <dsp:spPr>
        <a:xfrm>
          <a:off x="5689353" y="29611"/>
          <a:ext cx="2493511" cy="25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Removed text columns</a:t>
          </a:r>
          <a:endParaRPr lang="en-IN" sz="900" kern="1200"/>
        </a:p>
      </dsp:txBody>
      <dsp:txXfrm>
        <a:off x="5689353" y="29611"/>
        <a:ext cx="2493511" cy="259200"/>
      </dsp:txXfrm>
    </dsp:sp>
    <dsp:sp modelId="{2CF031ED-598B-48CB-A60F-C7BA6C8C5ABC}">
      <dsp:nvSpPr>
        <dsp:cNvPr id="0" name=""/>
        <dsp:cNvSpPr/>
      </dsp:nvSpPr>
      <dsp:spPr>
        <a:xfrm>
          <a:off x="5689353" y="288811"/>
          <a:ext cx="2493511" cy="3359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id_songs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, name_song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, id_artists,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release_date,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 dirty="0"/>
            <a:t>genres,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name_artists</a:t>
          </a:r>
        </a:p>
      </dsp:txBody>
      <dsp:txXfrm>
        <a:off x="5689353" y="288811"/>
        <a:ext cx="2493511" cy="3359879"/>
      </dsp:txXfrm>
    </dsp:sp>
    <dsp:sp modelId="{1CA57E38-37A4-4B53-B539-BC92E4826AF6}">
      <dsp:nvSpPr>
        <dsp:cNvPr id="0" name=""/>
        <dsp:cNvSpPr/>
      </dsp:nvSpPr>
      <dsp:spPr>
        <a:xfrm>
          <a:off x="8531956" y="29611"/>
          <a:ext cx="2493511" cy="2592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1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Selected 10 sound-related features</a:t>
          </a:r>
          <a:endParaRPr lang="en-IN" sz="900" kern="1200"/>
        </a:p>
      </dsp:txBody>
      <dsp:txXfrm>
        <a:off x="8531956" y="29611"/>
        <a:ext cx="2493511" cy="259200"/>
      </dsp:txXfrm>
    </dsp:sp>
    <dsp:sp modelId="{58F0EC46-2C14-4F65-A734-A88BE2E5D1FD}">
      <dsp:nvSpPr>
        <dsp:cNvPr id="0" name=""/>
        <dsp:cNvSpPr/>
      </dsp:nvSpPr>
      <dsp:spPr>
        <a:xfrm>
          <a:off x="8531956" y="288811"/>
          <a:ext cx="2493511" cy="33598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Danceability,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energy,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loudness,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speechiness,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acousticness,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Instrumentalness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liveness,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valence,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tempo,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900" kern="1200"/>
            <a:t>duration_ms</a:t>
          </a:r>
        </a:p>
      </dsp:txBody>
      <dsp:txXfrm>
        <a:off x="8531956" y="288811"/>
        <a:ext cx="2493511" cy="33598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271BF-FCB4-4BE5-B365-61A1B9C46792}">
      <dsp:nvSpPr>
        <dsp:cNvPr id="0" name=""/>
        <dsp:cNvSpPr/>
      </dsp:nvSpPr>
      <dsp:spPr>
        <a:xfrm>
          <a:off x="5705" y="1244216"/>
          <a:ext cx="2379741" cy="1189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Removed duplicates</a:t>
          </a:r>
          <a:endParaRPr lang="en-IN" sz="2500" kern="1200"/>
        </a:p>
      </dsp:txBody>
      <dsp:txXfrm>
        <a:off x="5705" y="1244216"/>
        <a:ext cx="2379741" cy="1189870"/>
      </dsp:txXfrm>
    </dsp:sp>
    <dsp:sp modelId="{1E4DBC9D-7A30-4EB6-AAE9-EC280F48EA1E}">
      <dsp:nvSpPr>
        <dsp:cNvPr id="0" name=""/>
        <dsp:cNvSpPr/>
      </dsp:nvSpPr>
      <dsp:spPr>
        <a:xfrm>
          <a:off x="2885192" y="1244216"/>
          <a:ext cx="2379741" cy="1189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Dropped irrelevant text columns</a:t>
          </a:r>
          <a:endParaRPr lang="en-IN" sz="2500" kern="1200"/>
        </a:p>
      </dsp:txBody>
      <dsp:txXfrm>
        <a:off x="2885192" y="1244216"/>
        <a:ext cx="2379741" cy="1189870"/>
      </dsp:txXfrm>
    </dsp:sp>
    <dsp:sp modelId="{DA452C47-D952-4990-AFB2-AC800A68BADB}">
      <dsp:nvSpPr>
        <dsp:cNvPr id="0" name=""/>
        <dsp:cNvSpPr/>
      </dsp:nvSpPr>
      <dsp:spPr>
        <a:xfrm>
          <a:off x="5764680" y="1244216"/>
          <a:ext cx="2379741" cy="1189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Used StandardScaler for normalization</a:t>
          </a:r>
          <a:endParaRPr lang="en-IN" sz="2500" kern="1200"/>
        </a:p>
      </dsp:txBody>
      <dsp:txXfrm>
        <a:off x="5764680" y="1244216"/>
        <a:ext cx="2379741" cy="1189870"/>
      </dsp:txXfrm>
    </dsp:sp>
    <dsp:sp modelId="{D8AF65FD-83BA-42F6-9890-2AAF546CD76F}">
      <dsp:nvSpPr>
        <dsp:cNvPr id="0" name=""/>
        <dsp:cNvSpPr/>
      </dsp:nvSpPr>
      <dsp:spPr>
        <a:xfrm>
          <a:off x="8644167" y="1244216"/>
          <a:ext cx="2379741" cy="1189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Scaling prevents dominance of loudness &amp; tempo</a:t>
          </a:r>
          <a:endParaRPr lang="en-IN" sz="2500" kern="1200"/>
        </a:p>
      </dsp:txBody>
      <dsp:txXfrm>
        <a:off x="8644167" y="1244216"/>
        <a:ext cx="2379741" cy="11898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612AA1-2E50-497F-B97B-203C36C89F45}">
      <dsp:nvSpPr>
        <dsp:cNvPr id="0" name=""/>
        <dsp:cNvSpPr/>
      </dsp:nvSpPr>
      <dsp:spPr>
        <a:xfrm>
          <a:off x="827221" y="0"/>
          <a:ext cx="9375172" cy="367830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04136-23D4-415E-940A-618BE3210A70}">
      <dsp:nvSpPr>
        <dsp:cNvPr id="0" name=""/>
        <dsp:cNvSpPr/>
      </dsp:nvSpPr>
      <dsp:spPr>
        <a:xfrm>
          <a:off x="5520" y="1103490"/>
          <a:ext cx="2655078" cy="1471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cluster_0.csv</a:t>
          </a:r>
          <a:endParaRPr lang="en-IN" sz="2100" kern="1200"/>
        </a:p>
      </dsp:txBody>
      <dsp:txXfrm>
        <a:off x="77344" y="1175314"/>
        <a:ext cx="2511430" cy="1327673"/>
      </dsp:txXfrm>
    </dsp:sp>
    <dsp:sp modelId="{15BC8A42-1CE1-495B-A565-6555B53F6AC0}">
      <dsp:nvSpPr>
        <dsp:cNvPr id="0" name=""/>
        <dsp:cNvSpPr/>
      </dsp:nvSpPr>
      <dsp:spPr>
        <a:xfrm>
          <a:off x="2793352" y="1103490"/>
          <a:ext cx="2655078" cy="1471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cluster_1.csv</a:t>
          </a:r>
          <a:endParaRPr lang="en-IN" sz="2100" kern="1200"/>
        </a:p>
      </dsp:txBody>
      <dsp:txXfrm>
        <a:off x="2865176" y="1175314"/>
        <a:ext cx="2511430" cy="1327673"/>
      </dsp:txXfrm>
    </dsp:sp>
    <dsp:sp modelId="{D19A6787-0E3B-437A-BAC3-C733EA527B9E}">
      <dsp:nvSpPr>
        <dsp:cNvPr id="0" name=""/>
        <dsp:cNvSpPr/>
      </dsp:nvSpPr>
      <dsp:spPr>
        <a:xfrm>
          <a:off x="5581184" y="1103490"/>
          <a:ext cx="2655078" cy="1471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cluster_2.csv</a:t>
          </a:r>
          <a:endParaRPr lang="en-IN" sz="2100" kern="1200"/>
        </a:p>
      </dsp:txBody>
      <dsp:txXfrm>
        <a:off x="5653008" y="1175314"/>
        <a:ext cx="2511430" cy="1327673"/>
      </dsp:txXfrm>
    </dsp:sp>
    <dsp:sp modelId="{4992A6D3-19A4-4915-A248-84C4DC0E433B}">
      <dsp:nvSpPr>
        <dsp:cNvPr id="0" name=""/>
        <dsp:cNvSpPr/>
      </dsp:nvSpPr>
      <dsp:spPr>
        <a:xfrm>
          <a:off x="8369016" y="1103490"/>
          <a:ext cx="2655078" cy="14713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Console Message:</a:t>
          </a:r>
          <a:br>
            <a:rPr lang="en-US" sz="2100" kern="1200"/>
          </a:br>
          <a:r>
            <a:rPr lang="en-US" sz="2100" kern="1200"/>
            <a:t>"Cluster files exported successfully."</a:t>
          </a:r>
          <a:endParaRPr lang="en-IN" sz="2100" kern="1200"/>
        </a:p>
      </dsp:txBody>
      <dsp:txXfrm>
        <a:off x="8440840" y="1175314"/>
        <a:ext cx="2511430" cy="1327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60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7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0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5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4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04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22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3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72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91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3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612BCC2-E07B-4937-AE3F-F477171661A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6D7BE0D-D953-4557-9F89-D9C1551B113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58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3605-D2EA-D120-30D9-6AC6787347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Amazon Music Clustering </a:t>
            </a:r>
            <a:br>
              <a:rPr lang="en-IN" dirty="0"/>
            </a:br>
            <a:r>
              <a:rPr lang="en-IN" dirty="0"/>
              <a:t>Using Unsupervised Machine Learning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402B3-1776-62D3-99C9-C0C895CCAF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sz="1400" dirty="0" err="1"/>
              <a:t>Jayaseeli</a:t>
            </a:r>
            <a:r>
              <a:rPr lang="en-US" sz="1400" dirty="0"/>
              <a:t> S</a:t>
            </a:r>
          </a:p>
          <a:p>
            <a:pPr algn="ctr"/>
            <a:r>
              <a:rPr lang="en-IN" sz="1400" dirty="0"/>
              <a:t>DS-C-WD-E-B96</a:t>
            </a:r>
          </a:p>
        </p:txBody>
      </p:sp>
    </p:spTree>
    <p:extLst>
      <p:ext uri="{BB962C8B-B14F-4D97-AF65-F5344CB8AC3E}">
        <p14:creationId xmlns:p14="http://schemas.microsoft.com/office/powerpoint/2010/main" val="309522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5DB8-0B80-B19F-1A1E-04E93DCB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 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2725-9E7C-B742-F99C-B134D3206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6" cy="4142843"/>
          </a:xfrm>
        </p:spPr>
        <p:txBody>
          <a:bodyPr/>
          <a:lstStyle/>
          <a:p>
            <a:r>
              <a:rPr lang="en-IN" dirty="0"/>
              <a:t>With millions of songs available on platforms like Amazon, manually categorizing tracks into genres is impractical. </a:t>
            </a:r>
          </a:p>
          <a:p>
            <a:r>
              <a:rPr lang="en-IN" dirty="0"/>
              <a:t>The goal of this project is to automatically group similar songs based on their audio characteristics using clustering techniques.</a:t>
            </a:r>
          </a:p>
          <a:p>
            <a:r>
              <a:rPr lang="en-IN" dirty="0"/>
              <a:t> By </a:t>
            </a:r>
            <a:r>
              <a:rPr lang="en-IN" dirty="0" err="1"/>
              <a:t>analyzing</a:t>
            </a:r>
            <a:r>
              <a:rPr lang="en-IN" dirty="0"/>
              <a:t> patterns in features such as tempo, energy, danceability, and more, learners will develop a model that organizes songs into meaningful clusters, potentially representing different musical genres or moods—without any prior labels.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70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AED9-8384-3385-F229-09593A10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76A658-0760-FBC6-8BDF-9200CFAFE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346629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57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E7E6-80F9-E82A-6610-E2CD8746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D1D20C-CDA8-B7BA-DA96-BC9AB885A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72855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274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32519-DC6F-2362-7093-5E188661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E0815-DBB3-DF4B-F167-1A75E30A69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346848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456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4FAB-FD54-57E6-FC0E-03E1D34A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Optimal 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E6965-0918-D891-B8D7-BBF8D4FB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Elbow Method suggests k = 4</a:t>
            </a:r>
          </a:p>
          <a:p>
            <a:r>
              <a:rPr lang="en-IN" dirty="0"/>
              <a:t> Silhouette Score comparison</a:t>
            </a:r>
          </a:p>
          <a:p>
            <a:r>
              <a:rPr lang="en-IN" dirty="0"/>
              <a:t> Best silhouette ≈ 0.231</a:t>
            </a:r>
          </a:p>
          <a:p>
            <a:r>
              <a:rPr lang="en-IN" dirty="0"/>
              <a:t> Final model: </a:t>
            </a:r>
            <a:r>
              <a:rPr lang="en-IN" dirty="0" err="1"/>
              <a:t>KMeans</a:t>
            </a:r>
            <a:r>
              <a:rPr lang="en-IN" dirty="0"/>
              <a:t> (k=4)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25869-0D91-72C1-E473-9037AA55C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405" y="2343346"/>
            <a:ext cx="5458979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2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2B0D-44B2-3A86-66FF-9B11A24A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9F21BA-5EA3-2819-A7D0-7A686382226A}"/>
              </a:ext>
            </a:extLst>
          </p:cNvPr>
          <p:cNvGrpSpPr/>
          <p:nvPr/>
        </p:nvGrpSpPr>
        <p:grpSpPr>
          <a:xfrm>
            <a:off x="4695755" y="2182527"/>
            <a:ext cx="2800488" cy="3674240"/>
            <a:chOff x="4695755" y="2182527"/>
            <a:chExt cx="2800488" cy="367424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9DECAE4-D786-C5DF-C379-0C9BF8EB667D}"/>
                </a:ext>
              </a:extLst>
            </p:cNvPr>
            <p:cNvSpPr/>
            <p:nvPr/>
          </p:nvSpPr>
          <p:spPr>
            <a:xfrm>
              <a:off x="4695755" y="2182527"/>
              <a:ext cx="2800488" cy="1120195"/>
            </a:xfrm>
            <a:custGeom>
              <a:avLst/>
              <a:gdLst>
                <a:gd name="csX0" fmla="*/ 0 w 2800488"/>
                <a:gd name="csY0" fmla="*/ 0 h 1120195"/>
                <a:gd name="csX1" fmla="*/ 2240391 w 2800488"/>
                <a:gd name="csY1" fmla="*/ 0 h 1120195"/>
                <a:gd name="csX2" fmla="*/ 2800488 w 2800488"/>
                <a:gd name="csY2" fmla="*/ 560098 h 1120195"/>
                <a:gd name="csX3" fmla="*/ 2240391 w 2800488"/>
                <a:gd name="csY3" fmla="*/ 1120195 h 1120195"/>
                <a:gd name="csX4" fmla="*/ 0 w 2800488"/>
                <a:gd name="csY4" fmla="*/ 1120195 h 1120195"/>
                <a:gd name="csX5" fmla="*/ 560098 w 2800488"/>
                <a:gd name="csY5" fmla="*/ 560098 h 1120195"/>
                <a:gd name="csX6" fmla="*/ 0 w 2800488"/>
                <a:gd name="csY6" fmla="*/ 0 h 1120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800488" h="1120195">
                  <a:moveTo>
                    <a:pt x="0" y="0"/>
                  </a:moveTo>
                  <a:lnTo>
                    <a:pt x="2240391" y="0"/>
                  </a:lnTo>
                  <a:lnTo>
                    <a:pt x="2800488" y="560098"/>
                  </a:lnTo>
                  <a:lnTo>
                    <a:pt x="2240391" y="1120195"/>
                  </a:lnTo>
                  <a:lnTo>
                    <a:pt x="0" y="1120195"/>
                  </a:lnTo>
                  <a:lnTo>
                    <a:pt x="560098" y="56009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0578" tIns="15240" rIns="560097" bIns="152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Silhouette Score: 0.231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1982E0-1D82-97A5-B752-2542EA7496F1}"/>
                </a:ext>
              </a:extLst>
            </p:cNvPr>
            <p:cNvSpPr/>
            <p:nvPr/>
          </p:nvSpPr>
          <p:spPr>
            <a:xfrm>
              <a:off x="4695755" y="3459549"/>
              <a:ext cx="2800488" cy="1120195"/>
            </a:xfrm>
            <a:custGeom>
              <a:avLst/>
              <a:gdLst>
                <a:gd name="csX0" fmla="*/ 0 w 2800488"/>
                <a:gd name="csY0" fmla="*/ 0 h 1120195"/>
                <a:gd name="csX1" fmla="*/ 2240391 w 2800488"/>
                <a:gd name="csY1" fmla="*/ 0 h 1120195"/>
                <a:gd name="csX2" fmla="*/ 2800488 w 2800488"/>
                <a:gd name="csY2" fmla="*/ 560098 h 1120195"/>
                <a:gd name="csX3" fmla="*/ 2240391 w 2800488"/>
                <a:gd name="csY3" fmla="*/ 1120195 h 1120195"/>
                <a:gd name="csX4" fmla="*/ 0 w 2800488"/>
                <a:gd name="csY4" fmla="*/ 1120195 h 1120195"/>
                <a:gd name="csX5" fmla="*/ 560098 w 2800488"/>
                <a:gd name="csY5" fmla="*/ 560098 h 1120195"/>
                <a:gd name="csX6" fmla="*/ 0 w 2800488"/>
                <a:gd name="csY6" fmla="*/ 0 h 1120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800488" h="1120195">
                  <a:moveTo>
                    <a:pt x="0" y="0"/>
                  </a:moveTo>
                  <a:lnTo>
                    <a:pt x="2240391" y="0"/>
                  </a:lnTo>
                  <a:lnTo>
                    <a:pt x="2800488" y="560098"/>
                  </a:lnTo>
                  <a:lnTo>
                    <a:pt x="2240391" y="1120195"/>
                  </a:lnTo>
                  <a:lnTo>
                    <a:pt x="0" y="1120195"/>
                  </a:lnTo>
                  <a:lnTo>
                    <a:pt x="560098" y="56009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0578" tIns="15240" rIns="560097" bIns="152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/>
                <a:t>Davies-Bouldin Index: 1.53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19D21C0-80C4-C330-0137-6435B0A92B00}"/>
                </a:ext>
              </a:extLst>
            </p:cNvPr>
            <p:cNvSpPr/>
            <p:nvPr/>
          </p:nvSpPr>
          <p:spPr>
            <a:xfrm>
              <a:off x="4695755" y="4736572"/>
              <a:ext cx="2800488" cy="1120195"/>
            </a:xfrm>
            <a:custGeom>
              <a:avLst/>
              <a:gdLst>
                <a:gd name="csX0" fmla="*/ 0 w 2800488"/>
                <a:gd name="csY0" fmla="*/ 0 h 1120195"/>
                <a:gd name="csX1" fmla="*/ 2240391 w 2800488"/>
                <a:gd name="csY1" fmla="*/ 0 h 1120195"/>
                <a:gd name="csX2" fmla="*/ 2800488 w 2800488"/>
                <a:gd name="csY2" fmla="*/ 560098 h 1120195"/>
                <a:gd name="csX3" fmla="*/ 2240391 w 2800488"/>
                <a:gd name="csY3" fmla="*/ 1120195 h 1120195"/>
                <a:gd name="csX4" fmla="*/ 0 w 2800488"/>
                <a:gd name="csY4" fmla="*/ 1120195 h 1120195"/>
                <a:gd name="csX5" fmla="*/ 560098 w 2800488"/>
                <a:gd name="csY5" fmla="*/ 560098 h 1120195"/>
                <a:gd name="csX6" fmla="*/ 0 w 2800488"/>
                <a:gd name="csY6" fmla="*/ 0 h 1120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800488" h="1120195">
                  <a:moveTo>
                    <a:pt x="0" y="0"/>
                  </a:moveTo>
                  <a:lnTo>
                    <a:pt x="2240391" y="0"/>
                  </a:lnTo>
                  <a:lnTo>
                    <a:pt x="2800488" y="560098"/>
                  </a:lnTo>
                  <a:lnTo>
                    <a:pt x="2240391" y="1120195"/>
                  </a:lnTo>
                  <a:lnTo>
                    <a:pt x="0" y="1120195"/>
                  </a:lnTo>
                  <a:lnTo>
                    <a:pt x="560098" y="56009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0578" tIns="15240" rIns="560097" bIns="152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/>
                <a:t>Inertia for compactness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06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83A9-581B-C2D9-1E96-7398FD3D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96B52-8FE5-AFB9-4C0A-2344DA75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 for 2D visualization</a:t>
            </a:r>
          </a:p>
          <a:p>
            <a:r>
              <a:rPr lang="en-IN" dirty="0"/>
              <a:t>Principal Component </a:t>
            </a:r>
          </a:p>
          <a:p>
            <a:pPr marL="0" indent="0">
              <a:buNone/>
            </a:pPr>
            <a:r>
              <a:rPr lang="en-IN" dirty="0"/>
              <a:t>Analysis</a:t>
            </a:r>
          </a:p>
          <a:p>
            <a:r>
              <a:rPr lang="en-IN" dirty="0"/>
              <a:t>  Helps reduce dimensions </a:t>
            </a:r>
          </a:p>
          <a:p>
            <a:pPr marL="0" indent="0">
              <a:buNone/>
            </a:pPr>
            <a:r>
              <a:rPr lang="en-IN" dirty="0"/>
              <a:t>while preserving variance.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D4C5D9-F87A-CFD4-07FF-FA58D452D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577" y="1897427"/>
            <a:ext cx="6382525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8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63F0-A17B-88B6-59D2-AA9E80D43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t-SNE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02E96-FF85-18ED-7341-5763DF0A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complex structure visualization</a:t>
            </a:r>
            <a:br>
              <a:rPr lang="en-US" dirty="0"/>
            </a:br>
            <a:r>
              <a:rPr lang="en-US" dirty="0"/>
              <a:t> Clear separation</a:t>
            </a:r>
            <a:br>
              <a:rPr lang="en-US" dirty="0"/>
            </a:br>
            <a:r>
              <a:rPr lang="en-US" dirty="0"/>
              <a:t> between clusters observed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41DED-AC02-8B14-7821-897CE4DEE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996558"/>
            <a:ext cx="5731510" cy="440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9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9964A-7B26-D777-FD0F-47738A5B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IN" dirty="0" err="1"/>
              <a:t>anceability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2EB3-70D9-F113-1772-1823CE38D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6908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Most songs are concentrated in the medium to high danceability range (0.5–0.8).</a:t>
            </a:r>
          </a:p>
          <a:p>
            <a:pPr lvl="0"/>
            <a:r>
              <a:rPr lang="en-IN" dirty="0"/>
              <a:t>Few tracks exist in very low danceability (&lt; 0.3).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The dataset is dominated by rhythm-friendly and groove-based songs.</a:t>
            </a:r>
          </a:p>
          <a:p>
            <a:pPr lvl="0"/>
            <a:r>
              <a:rPr lang="en-IN" dirty="0"/>
              <a:t>Highly danceable tracks are likely pop, commercial, or upbeat genres.</a:t>
            </a:r>
          </a:p>
          <a:p>
            <a:pPr lvl="0"/>
            <a:r>
              <a:rPr lang="en-IN" dirty="0"/>
              <a:t>Lower danceability songs may represent classical, ambient, or slow emotional tracks.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C31C0-E6CD-8A4D-156F-4FB3FCCE9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108" y="1690688"/>
            <a:ext cx="5731510" cy="46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2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DE5D-621F-A0AD-2826-5AAAF50F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10F1B-7911-75DE-05B4-6ECEA43D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6698" cy="4351338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the Image Shows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 concentration in the </a:t>
            </a: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medium to high energy (0.6–0.9)</a:t>
            </a: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range.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Fewer low-energy songs.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dataset mainly contains energetic tracks.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High energy songs are likely party, EDM, rock, or commercial pop.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 energy songs may represent instrumental or acoustic music.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34D970-1C9D-5DA8-ED24-0A454ECEA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898" y="2198085"/>
            <a:ext cx="5731510" cy="319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8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AA40-3A54-7C17-7678-85814444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lOUDNESS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56E3A-3D0A-5751-149C-8FE820DC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27358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Most songs cluster around -5 dB to -10 </a:t>
            </a:r>
            <a:r>
              <a:rPr lang="en-IN" dirty="0" err="1"/>
              <a:t>dB.</a:t>
            </a:r>
            <a:endParaRPr lang="en-IN" dirty="0"/>
          </a:p>
          <a:p>
            <a:pPr lvl="0"/>
            <a:r>
              <a:rPr lang="en-IN" dirty="0"/>
              <a:t>Very few extremely quiet tracks.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Modern music production trend: louder mastering.</a:t>
            </a:r>
          </a:p>
          <a:p>
            <a:pPr lvl="0"/>
            <a:r>
              <a:rPr lang="en-IN" dirty="0"/>
              <a:t>Tracks are professionally mixed and commercially produced.</a:t>
            </a:r>
          </a:p>
          <a:p>
            <a:r>
              <a:rPr lang="en-IN" dirty="0"/>
              <a:t>Loud songs usually correlate with high energy.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61D25-7C40-3F51-A459-B589500AB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676" y="1961732"/>
            <a:ext cx="63148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06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D644-3C2A-4913-8317-0FBF1654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SPEECHINESS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1CFBB-CD60-5CB2-F2DE-0F6E543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00" y="1825625"/>
            <a:ext cx="5731509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Majority of songs have </a:t>
            </a:r>
            <a:r>
              <a:rPr lang="en-IN" b="1" dirty="0"/>
              <a:t>low </a:t>
            </a:r>
            <a:r>
              <a:rPr lang="en-IN" b="1" dirty="0" err="1"/>
              <a:t>speechiness</a:t>
            </a:r>
            <a:r>
              <a:rPr lang="en-IN" b="1" dirty="0"/>
              <a:t> (&lt; 0.3)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Small peak near very high values (around 0.9–1.0).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Most songs are melodic with singing rather than spoken word.</a:t>
            </a:r>
          </a:p>
          <a:p>
            <a:pPr lvl="0"/>
            <a:r>
              <a:rPr lang="en-IN" dirty="0"/>
              <a:t>The small high-</a:t>
            </a:r>
            <a:r>
              <a:rPr lang="en-IN" dirty="0" err="1"/>
              <a:t>speechiness</a:t>
            </a:r>
            <a:r>
              <a:rPr lang="en-IN" dirty="0"/>
              <a:t> spike likely represents:</a:t>
            </a:r>
          </a:p>
          <a:p>
            <a:pPr lvl="1"/>
            <a:r>
              <a:rPr lang="en-IN" dirty="0"/>
              <a:t>Rap / Hip-hop</a:t>
            </a:r>
          </a:p>
          <a:p>
            <a:pPr lvl="1"/>
            <a:r>
              <a:rPr lang="en-IN" dirty="0"/>
              <a:t>Spoken word</a:t>
            </a:r>
          </a:p>
          <a:p>
            <a:pPr lvl="1"/>
            <a:r>
              <a:rPr lang="en-IN" dirty="0"/>
              <a:t>Dialogue-heavy tracks</a:t>
            </a:r>
          </a:p>
          <a:p>
            <a:pPr lvl="0"/>
            <a:r>
              <a:rPr lang="en-IN" dirty="0"/>
              <a:t>This feature clearly separates rap-based clusters.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CD5E8-DE0D-E1E9-4A5C-ACD7D6B0A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109" y="1690688"/>
            <a:ext cx="5731510" cy="464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97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D0F4-5CDC-1DF5-51C4-C0CB5C8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INSTRUMENTALNESS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CDED-DA89-45A2-4B1A-E1F8FBE3E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Most tracks have </a:t>
            </a:r>
            <a:r>
              <a:rPr lang="en-IN" b="1" dirty="0"/>
              <a:t>very low </a:t>
            </a:r>
            <a:r>
              <a:rPr lang="en-IN" b="1" dirty="0" err="1"/>
              <a:t>instrumentalness</a:t>
            </a:r>
            <a:r>
              <a:rPr lang="en-IN" b="1" dirty="0"/>
              <a:t> (near 0)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Small group has </a:t>
            </a:r>
            <a:r>
              <a:rPr lang="en-IN" b="1" dirty="0"/>
              <a:t>very high </a:t>
            </a:r>
            <a:r>
              <a:rPr lang="en-IN" b="1" dirty="0" err="1"/>
              <a:t>instrumentalness</a:t>
            </a:r>
            <a:r>
              <a:rPr lang="en-IN" b="1" dirty="0"/>
              <a:t> (&gt; 0.8)</a:t>
            </a:r>
            <a:r>
              <a:rPr lang="en-IN" dirty="0"/>
              <a:t>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Majority of dataset contains vocals.</a:t>
            </a:r>
          </a:p>
          <a:p>
            <a:pPr lvl="0"/>
            <a:r>
              <a:rPr lang="en-IN" dirty="0"/>
              <a:t>High </a:t>
            </a:r>
            <a:r>
              <a:rPr lang="en-IN" dirty="0" err="1"/>
              <a:t>instrumentalness</a:t>
            </a:r>
            <a:r>
              <a:rPr lang="en-IN" dirty="0"/>
              <a:t> tracks likely represent:</a:t>
            </a:r>
          </a:p>
          <a:p>
            <a:pPr lvl="1"/>
            <a:r>
              <a:rPr lang="en-IN" dirty="0"/>
              <a:t>Classical</a:t>
            </a:r>
          </a:p>
          <a:p>
            <a:pPr lvl="1"/>
            <a:r>
              <a:rPr lang="en-IN" dirty="0"/>
              <a:t>Background scores</a:t>
            </a:r>
          </a:p>
          <a:p>
            <a:pPr lvl="1"/>
            <a:r>
              <a:rPr lang="en-IN" dirty="0"/>
              <a:t>Lo-fi / ambient</a:t>
            </a:r>
          </a:p>
          <a:p>
            <a:pPr lvl="0"/>
            <a:r>
              <a:rPr lang="en-IN" dirty="0"/>
              <a:t>This feature helps isolate instrumental cluster.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91C75-6B1F-1746-7413-335CF4F1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73151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3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7EA-7214-453C-BD74-1061D102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32350-E436-B3DB-0304-FD47CDA26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44453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Most songs have low to moderate liveness.</a:t>
            </a:r>
          </a:p>
          <a:p>
            <a:pPr lvl="0"/>
            <a:r>
              <a:rPr lang="en-IN" dirty="0"/>
              <a:t>Few songs show high liveness (&gt; 0.7).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Majority are studio recordings.</a:t>
            </a:r>
          </a:p>
          <a:p>
            <a:pPr lvl="0"/>
            <a:r>
              <a:rPr lang="en-IN" dirty="0"/>
              <a:t>High liveness tracks likely represent:</a:t>
            </a:r>
          </a:p>
          <a:p>
            <a:pPr lvl="1"/>
            <a:r>
              <a:rPr lang="en-IN" dirty="0"/>
              <a:t>Live concerts</a:t>
            </a:r>
          </a:p>
          <a:p>
            <a:pPr lvl="1"/>
            <a:r>
              <a:rPr lang="en-IN" dirty="0"/>
              <a:t>Acoustic sessions</a:t>
            </a:r>
          </a:p>
          <a:p>
            <a:r>
              <a:rPr lang="en-IN" dirty="0"/>
              <a:t>Recorded audience performances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0853B-0FB9-0412-AD66-C1A150740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5507" y="1829117"/>
            <a:ext cx="6812113" cy="434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6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D9E42-F4A1-5D2D-76C0-11397D59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84FF-1F11-8F87-20B3-6D5B822ED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Spread across full range.</a:t>
            </a:r>
          </a:p>
          <a:p>
            <a:pPr lvl="0"/>
            <a:r>
              <a:rPr lang="en-IN" dirty="0"/>
              <a:t>Slight concentration in mid-range (0.4–0.7).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Dataset contains both happy and sad songs.</a:t>
            </a:r>
          </a:p>
          <a:p>
            <a:pPr lvl="0"/>
            <a:r>
              <a:rPr lang="en-IN" dirty="0"/>
              <a:t>High valence → cheerful, upbeat music.</a:t>
            </a:r>
          </a:p>
          <a:p>
            <a:pPr lvl="0"/>
            <a:r>
              <a:rPr lang="en-IN" dirty="0"/>
              <a:t>Low valence → emotional, sad, darker tone.</a:t>
            </a:r>
          </a:p>
          <a:p>
            <a:pPr lvl="0"/>
            <a:r>
              <a:rPr lang="en-IN" dirty="0"/>
              <a:t>This feature helps define emotional clusters.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C09D0-97BC-AC62-8C82-D69E62B95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89" y="2085791"/>
            <a:ext cx="5731510" cy="319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3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6472-FC03-F59D-74C1-F5B309E8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7F3E-B7A7-B00E-5D51-E97652FA6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24003" cy="4351338"/>
          </a:xfrm>
        </p:spPr>
        <p:txBody>
          <a:bodyPr>
            <a:normAutofit/>
          </a:bodyPr>
          <a:lstStyle/>
          <a:p>
            <a:r>
              <a:rPr lang="en-IN" b="1" dirty="0"/>
              <a:t>What the Image Shows:</a:t>
            </a:r>
            <a:endParaRPr lang="en-IN" dirty="0"/>
          </a:p>
          <a:p>
            <a:pPr lvl="0"/>
            <a:r>
              <a:rPr lang="en-IN" dirty="0"/>
              <a:t>Most songs fall between </a:t>
            </a:r>
            <a:r>
              <a:rPr lang="en-IN" b="1" dirty="0"/>
              <a:t>90–140 BPM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Few very slow (&lt;70 BPM) or very fast (&gt;170 BPM).</a:t>
            </a:r>
          </a:p>
          <a:p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Dataset reflects mainstream tempo range.</a:t>
            </a:r>
          </a:p>
          <a:p>
            <a:pPr lvl="0"/>
            <a:r>
              <a:rPr lang="en-IN" dirty="0"/>
              <a:t>100–130 BPM = pop &amp; dance music dominance.</a:t>
            </a:r>
          </a:p>
          <a:p>
            <a:r>
              <a:rPr lang="en-IN" dirty="0"/>
              <a:t>Extreme tempos may represent special genres.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A5CD3-97D4-4F15-E493-48FAB1EA0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03" y="1512553"/>
            <a:ext cx="5731510" cy="466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587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358A-3DE7-15B9-0AD3-ECEB413F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2D5A6-3A14-71F8-9E0A-2B3A2A1A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2180496"/>
            <a:ext cx="5470357" cy="4396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</a:t>
            </a:r>
            <a:r>
              <a:rPr lang="en-IN" b="1" dirty="0"/>
              <a:t>hat the Image Shows:</a:t>
            </a:r>
            <a:endParaRPr lang="en-IN" dirty="0"/>
          </a:p>
          <a:p>
            <a:pPr lvl="0"/>
            <a:r>
              <a:rPr lang="en-IN" dirty="0"/>
              <a:t>Most songs are between </a:t>
            </a:r>
            <a:r>
              <a:rPr lang="en-IN" b="1" dirty="0"/>
              <a:t>180–300 seconds (3–5 minutes)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Few long-duration tracks.</a:t>
            </a:r>
          </a:p>
          <a:p>
            <a:pPr marL="0" indent="0">
              <a:buNone/>
            </a:pPr>
            <a:r>
              <a:rPr lang="en-IN" b="1" dirty="0"/>
              <a:t>Interpretation:</a:t>
            </a:r>
            <a:endParaRPr lang="en-IN" dirty="0"/>
          </a:p>
          <a:p>
            <a:pPr lvl="0"/>
            <a:r>
              <a:rPr lang="en-IN" dirty="0"/>
              <a:t>Typical commercial song length.</a:t>
            </a:r>
          </a:p>
          <a:p>
            <a:pPr lvl="0"/>
            <a:r>
              <a:rPr lang="en-IN" dirty="0"/>
              <a:t>Longer tracks may represent:</a:t>
            </a:r>
          </a:p>
          <a:p>
            <a:pPr lvl="1"/>
            <a:r>
              <a:rPr lang="en-IN" dirty="0"/>
              <a:t>Instrumentals</a:t>
            </a:r>
          </a:p>
          <a:p>
            <a:pPr lvl="1"/>
            <a:r>
              <a:rPr lang="en-IN" dirty="0"/>
              <a:t>Classical</a:t>
            </a:r>
          </a:p>
          <a:p>
            <a:pPr lvl="1"/>
            <a:r>
              <a:rPr lang="en-IN" dirty="0"/>
              <a:t>Extended mixes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010DA-CAEA-0074-E82E-F4933441D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297" y="1931319"/>
            <a:ext cx="5731510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4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B186-4E94-8F3E-403B-3497280B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Overall Insight from All Images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7AAC4-742C-D479-B47F-2A861B1E4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Dataset is dominated by </a:t>
            </a:r>
            <a:r>
              <a:rPr lang="en-IN" b="1" dirty="0"/>
              <a:t>commercial, energetic, vocal-based songs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A smaller segment represents:</a:t>
            </a:r>
          </a:p>
          <a:p>
            <a:pPr lvl="1"/>
            <a:r>
              <a:rPr lang="en-IN" dirty="0"/>
              <a:t>Instrumental tracks</a:t>
            </a:r>
          </a:p>
          <a:p>
            <a:pPr lvl="1"/>
            <a:r>
              <a:rPr lang="en-IN" dirty="0"/>
              <a:t>Rap/spoken tracks</a:t>
            </a:r>
          </a:p>
          <a:p>
            <a:pPr lvl="1"/>
            <a:r>
              <a:rPr lang="en-IN" dirty="0"/>
              <a:t>Emotional or low-energy songs</a:t>
            </a:r>
          </a:p>
          <a:p>
            <a:r>
              <a:rPr lang="en-IN" dirty="0"/>
              <a:t>These distributions justify why clustering separated songs into:</a:t>
            </a:r>
          </a:p>
          <a:p>
            <a:pPr lvl="0"/>
            <a:r>
              <a:rPr lang="en-IN" dirty="0"/>
              <a:t>Energetic Pop Cluster</a:t>
            </a:r>
          </a:p>
          <a:p>
            <a:pPr lvl="0"/>
            <a:r>
              <a:rPr lang="en-IN" dirty="0"/>
              <a:t>Instrumental Cluster</a:t>
            </a:r>
          </a:p>
          <a:p>
            <a:pPr lvl="0"/>
            <a:r>
              <a:rPr lang="en-IN" dirty="0"/>
              <a:t>Rap/Speech Cluster</a:t>
            </a:r>
          </a:p>
          <a:p>
            <a:pPr lvl="0"/>
            <a:r>
              <a:rPr lang="en-IN" dirty="0"/>
              <a:t>Emotional/Alternative Cluster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072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FF56AA-BED6-3608-33C4-D93C528E91C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76433569"/>
              </p:ext>
            </p:extLst>
          </p:nvPr>
        </p:nvGraphicFramePr>
        <p:xfrm>
          <a:off x="1020680" y="905036"/>
          <a:ext cx="10150640" cy="5047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0128">
                  <a:extLst>
                    <a:ext uri="{9D8B030D-6E8A-4147-A177-3AD203B41FA5}">
                      <a16:colId xmlns:a16="http://schemas.microsoft.com/office/drawing/2014/main" val="2447927116"/>
                    </a:ext>
                  </a:extLst>
                </a:gridCol>
                <a:gridCol w="2030128">
                  <a:extLst>
                    <a:ext uri="{9D8B030D-6E8A-4147-A177-3AD203B41FA5}">
                      <a16:colId xmlns:a16="http://schemas.microsoft.com/office/drawing/2014/main" val="2054307468"/>
                    </a:ext>
                  </a:extLst>
                </a:gridCol>
                <a:gridCol w="2030128">
                  <a:extLst>
                    <a:ext uri="{9D8B030D-6E8A-4147-A177-3AD203B41FA5}">
                      <a16:colId xmlns:a16="http://schemas.microsoft.com/office/drawing/2014/main" val="3790461976"/>
                    </a:ext>
                  </a:extLst>
                </a:gridCol>
                <a:gridCol w="2030128">
                  <a:extLst>
                    <a:ext uri="{9D8B030D-6E8A-4147-A177-3AD203B41FA5}">
                      <a16:colId xmlns:a16="http://schemas.microsoft.com/office/drawing/2014/main" val="3906679232"/>
                    </a:ext>
                  </a:extLst>
                </a:gridCol>
                <a:gridCol w="2030128">
                  <a:extLst>
                    <a:ext uri="{9D8B030D-6E8A-4147-A177-3AD203B41FA5}">
                      <a16:colId xmlns:a16="http://schemas.microsoft.com/office/drawing/2014/main" val="829815752"/>
                    </a:ext>
                  </a:extLst>
                </a:gridCol>
              </a:tblGrid>
              <a:tr h="6936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Feature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Cluster 0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Cluster 1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Cluster 2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Cluster 3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1191314"/>
                  </a:ext>
                </a:extLst>
              </a:tr>
              <a:tr h="675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Energy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Highest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Moderate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Lowest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2256230"/>
                  </a:ext>
                </a:extLst>
              </a:tr>
              <a:tr h="6936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Instrumentalness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Very High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Very Low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Near Zero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Very 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3902641"/>
                  </a:ext>
                </a:extLst>
              </a:tr>
              <a:tr h="675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Speechiness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Extremely High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3457655"/>
                  </a:ext>
                </a:extLst>
              </a:tr>
              <a:tr h="6936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Acousticness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High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Moderate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Highest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7728973"/>
                  </a:ext>
                </a:extLst>
              </a:tr>
              <a:tr h="675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Valence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Neutral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Highest (Happy)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Moderate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Lowest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6411153"/>
                  </a:ext>
                </a:extLst>
              </a:tr>
              <a:tr h="6936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Duration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Normal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Normal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Shortest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Normal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8625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386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39C4-5292-705E-18D2-233CA590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visualizes the average feature values of each cluster</a:t>
            </a:r>
            <a:r>
              <a:rPr lang="en-IN" dirty="0"/>
              <a:t> using a heatmap.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D68B2-DF1A-0963-84DB-C675BE0BD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47611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Instead of reading numbers in a table, we use </a:t>
            </a:r>
            <a:r>
              <a:rPr lang="en-IN" dirty="0" err="1"/>
              <a:t>colors</a:t>
            </a:r>
            <a:r>
              <a:rPr lang="en-IN" dirty="0"/>
              <a:t> to quickly compare patterns across clusters.</a:t>
            </a:r>
          </a:p>
          <a:p>
            <a:r>
              <a:rPr lang="en-IN" dirty="0"/>
              <a:t>heatmap shows the average audio feature values per cluster. The </a:t>
            </a:r>
            <a:r>
              <a:rPr lang="en-IN" dirty="0" err="1"/>
              <a:t>coolwarm</a:t>
            </a:r>
            <a:r>
              <a:rPr lang="en-IN" dirty="0"/>
              <a:t> </a:t>
            </a:r>
            <a:r>
              <a:rPr lang="en-IN" dirty="0" err="1"/>
              <a:t>color</a:t>
            </a:r>
            <a:r>
              <a:rPr lang="en-IN" dirty="0"/>
              <a:t> scale helps visually identify high and low feature intensities, making it easier to interpret the characteristics of each cluster</a:t>
            </a:r>
          </a:p>
          <a:p>
            <a:pPr lvl="1"/>
            <a:r>
              <a:rPr lang="en-IN" dirty="0"/>
              <a:t> Blue = Low value</a:t>
            </a:r>
          </a:p>
          <a:p>
            <a:pPr lvl="1"/>
            <a:r>
              <a:rPr lang="en-IN" dirty="0"/>
              <a:t> Red = High value</a:t>
            </a:r>
          </a:p>
          <a:p>
            <a:pPr lvl="1"/>
            <a:r>
              <a:rPr lang="en-IN" dirty="0"/>
              <a:t>White/light </a:t>
            </a:r>
            <a:r>
              <a:rPr lang="en-IN" dirty="0" err="1"/>
              <a:t>color</a:t>
            </a:r>
            <a:r>
              <a:rPr lang="en-IN" dirty="0"/>
              <a:t> = Medium value</a:t>
            </a:r>
          </a:p>
          <a:p>
            <a:pPr lvl="0"/>
            <a:r>
              <a:rPr lang="en-IN" dirty="0"/>
              <a:t>If Cluster 0 has red in energy and danceability → It’s energetic music.</a:t>
            </a:r>
          </a:p>
          <a:p>
            <a:pPr lvl="0"/>
            <a:r>
              <a:rPr lang="en-IN" dirty="0"/>
              <a:t>If Cluster 2 has red in </a:t>
            </a:r>
            <a:r>
              <a:rPr lang="en-IN" dirty="0" err="1"/>
              <a:t>instrumentalness</a:t>
            </a:r>
            <a:r>
              <a:rPr lang="en-IN" dirty="0"/>
              <a:t> → It’s instrumental music.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DE8A4-9F75-A433-0FEA-9531F6FF7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695" y="2113121"/>
            <a:ext cx="4818380" cy="37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4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B07D-90CE-8B13-2EB9-9EDD3617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Cluster 0  </a:t>
            </a:r>
            <a:r>
              <a:rPr lang="en-IN" dirty="0"/>
              <a:t>Instrumental / Acoustic Focus Music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E061C-1C4F-21C4-1E09-74A9BDB6D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Values: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03537-9102-DE45-E46F-D3EC0F9D80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Danceability: 0.49 (moderate)</a:t>
            </a:r>
          </a:p>
          <a:p>
            <a:pPr lvl="0"/>
            <a:r>
              <a:rPr lang="en-IN" dirty="0"/>
              <a:t>Energy: 0.42 (medium)</a:t>
            </a:r>
          </a:p>
          <a:p>
            <a:pPr lvl="0"/>
            <a:r>
              <a:rPr lang="en-IN" dirty="0"/>
              <a:t>Loudness: -14 (lower volume)</a:t>
            </a:r>
          </a:p>
          <a:p>
            <a:pPr lvl="0"/>
            <a:r>
              <a:rPr lang="en-IN" dirty="0" err="1"/>
              <a:t>Acousticness</a:t>
            </a:r>
            <a:r>
              <a:rPr lang="en-IN" dirty="0"/>
              <a:t>: 0.65 (high)</a:t>
            </a:r>
          </a:p>
          <a:p>
            <a:pPr lvl="0"/>
            <a:r>
              <a:rPr lang="en-IN" dirty="0" err="1"/>
              <a:t>Instrumentalness</a:t>
            </a:r>
            <a:r>
              <a:rPr lang="en-IN" dirty="0"/>
              <a:t>: 0.81 (very high)</a:t>
            </a:r>
          </a:p>
          <a:p>
            <a:pPr lvl="0"/>
            <a:r>
              <a:rPr lang="en-IN" dirty="0"/>
              <a:t>Tempo: 110 BPM</a:t>
            </a:r>
          </a:p>
          <a:p>
            <a:pPr lvl="0"/>
            <a:r>
              <a:rPr lang="en-IN" dirty="0"/>
              <a:t>Valence: 0.45 (neutral mood)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A4B3A8-D18A-FAA3-5189-0E3F5DA54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Meaning: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B0CC7-1B81-D3AD-DB97-754B8E24B54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Very high </a:t>
            </a:r>
            <a:r>
              <a:rPr lang="en-IN" dirty="0" err="1"/>
              <a:t>instrumentalness</a:t>
            </a:r>
            <a:endParaRPr lang="en-IN" dirty="0"/>
          </a:p>
          <a:p>
            <a:pPr lvl="0"/>
            <a:r>
              <a:rPr lang="en-IN" dirty="0"/>
              <a:t>High </a:t>
            </a:r>
            <a:r>
              <a:rPr lang="en-IN" dirty="0" err="1"/>
              <a:t>acousticness</a:t>
            </a:r>
            <a:endParaRPr lang="en-IN" dirty="0"/>
          </a:p>
          <a:p>
            <a:pPr lvl="0"/>
            <a:r>
              <a:rPr lang="en-IN" dirty="0"/>
              <a:t>Moderate tempo</a:t>
            </a:r>
          </a:p>
          <a:p>
            <a:pPr lvl="0"/>
            <a:r>
              <a:rPr lang="en-IN" dirty="0"/>
              <a:t>Low loudness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756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56C0-78CE-3060-AB91-467F8B822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378" y="1018381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Cluster 1 </a:t>
            </a:r>
            <a:r>
              <a:rPr lang="en-IN" dirty="0"/>
              <a:t>Party / Dance Pop Music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63334-3404-F254-27C0-3550EC8F5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E902D-23D8-5123-6854-95789952F1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Danceability: 0.63 (high)</a:t>
            </a:r>
          </a:p>
          <a:p>
            <a:pPr lvl="0"/>
            <a:r>
              <a:rPr lang="en-IN" dirty="0"/>
              <a:t>Energy: 0.71 (high)</a:t>
            </a:r>
          </a:p>
          <a:p>
            <a:pPr lvl="0"/>
            <a:r>
              <a:rPr lang="en-IN" dirty="0"/>
              <a:t>Loudness: -7.4 (loud)</a:t>
            </a:r>
          </a:p>
          <a:p>
            <a:pPr lvl="0"/>
            <a:r>
              <a:rPr lang="en-IN" dirty="0" err="1"/>
              <a:t>Acousticness</a:t>
            </a:r>
            <a:r>
              <a:rPr lang="en-IN" dirty="0"/>
              <a:t>: 0.24 (low)</a:t>
            </a:r>
          </a:p>
          <a:p>
            <a:pPr lvl="0"/>
            <a:r>
              <a:rPr lang="en-IN" dirty="0" err="1"/>
              <a:t>Instrumentalness</a:t>
            </a:r>
            <a:r>
              <a:rPr lang="en-IN" dirty="0"/>
              <a:t>: 0.021 (very low)</a:t>
            </a:r>
          </a:p>
          <a:p>
            <a:pPr lvl="0"/>
            <a:r>
              <a:rPr lang="en-IN" dirty="0"/>
              <a:t>Valence: 0.69 (positive mood)</a:t>
            </a:r>
          </a:p>
          <a:p>
            <a:pPr lvl="0"/>
            <a:r>
              <a:rPr lang="en-IN" dirty="0"/>
              <a:t>Tempo: 130 BPM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7F38D7-6ED0-6F7C-E6E1-5B5E7E36A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Meaning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8A8194-8F0F-AE23-C1D1-2344DC61B8D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Energetic</a:t>
            </a:r>
          </a:p>
          <a:p>
            <a:pPr lvl="0"/>
            <a:r>
              <a:rPr lang="en-IN" dirty="0"/>
              <a:t>Danceable</a:t>
            </a:r>
          </a:p>
          <a:p>
            <a:pPr lvl="0"/>
            <a:r>
              <a:rPr lang="en-IN" dirty="0"/>
              <a:t>Vocal-based (low </a:t>
            </a:r>
            <a:r>
              <a:rPr lang="en-IN" dirty="0" err="1"/>
              <a:t>instrumentalness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Positive feeling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528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1663-2990-AF28-CBC6-3BA939E1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Cluster 3 </a:t>
            </a:r>
            <a:r>
              <a:rPr lang="en-IN" dirty="0"/>
              <a:t>Chill Acoustic / Soft Pop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BB117-6CF2-B914-161A-9E0592FD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Values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706957-4EEE-9589-A8D5-7C40D4797C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IN" dirty="0"/>
              <a:t>Danceability: 0.51</a:t>
            </a:r>
          </a:p>
          <a:p>
            <a:pPr lvl="0"/>
            <a:r>
              <a:rPr lang="en-IN" dirty="0"/>
              <a:t>Energy: 0.34 (low)</a:t>
            </a:r>
          </a:p>
          <a:p>
            <a:pPr lvl="0"/>
            <a:r>
              <a:rPr lang="en-IN" dirty="0" err="1"/>
              <a:t>Acousticness</a:t>
            </a:r>
            <a:r>
              <a:rPr lang="en-IN" dirty="0"/>
              <a:t>: 0.70 (very high)</a:t>
            </a:r>
          </a:p>
          <a:p>
            <a:pPr lvl="0"/>
            <a:r>
              <a:rPr lang="en-IN" dirty="0" err="1"/>
              <a:t>Instrumentalness</a:t>
            </a:r>
            <a:r>
              <a:rPr lang="en-IN" dirty="0"/>
              <a:t>: 0.017 (low)</a:t>
            </a:r>
          </a:p>
          <a:p>
            <a:pPr lvl="0"/>
            <a:r>
              <a:rPr lang="en-IN" dirty="0"/>
              <a:t>Valence: 0.43 (neutral)</a:t>
            </a:r>
          </a:p>
          <a:p>
            <a:pPr lvl="0"/>
            <a:r>
              <a:rPr lang="en-IN" dirty="0"/>
              <a:t>Tempo: 110 BPM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22E39-62F6-3F24-4AD1-83FD4DA51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Meaning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35B417-5BC7-64D6-D3A2-0DD69A6891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0"/>
            <a:r>
              <a:rPr lang="en-IN" dirty="0"/>
              <a:t>Very acoustic</a:t>
            </a:r>
          </a:p>
          <a:p>
            <a:pPr lvl="0"/>
            <a:r>
              <a:rPr lang="en-IN" dirty="0"/>
              <a:t>Calm energy</a:t>
            </a:r>
          </a:p>
          <a:p>
            <a:pPr lvl="0"/>
            <a:r>
              <a:rPr lang="en-IN" dirty="0"/>
              <a:t>Vocal-based</a:t>
            </a:r>
          </a:p>
          <a:p>
            <a:pPr lvl="0"/>
            <a:r>
              <a:rPr lang="en-IN" dirty="0"/>
              <a:t>Soft profile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693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7FF106-45EE-4D4E-FE56-E5BC8A41A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832613"/>
              </p:ext>
            </p:extLst>
          </p:nvPr>
        </p:nvGraphicFramePr>
        <p:xfrm>
          <a:off x="577516" y="802105"/>
          <a:ext cx="11069052" cy="5685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7263">
                  <a:extLst>
                    <a:ext uri="{9D8B030D-6E8A-4147-A177-3AD203B41FA5}">
                      <a16:colId xmlns:a16="http://schemas.microsoft.com/office/drawing/2014/main" val="1777349190"/>
                    </a:ext>
                  </a:extLst>
                </a:gridCol>
                <a:gridCol w="2767263">
                  <a:extLst>
                    <a:ext uri="{9D8B030D-6E8A-4147-A177-3AD203B41FA5}">
                      <a16:colId xmlns:a16="http://schemas.microsoft.com/office/drawing/2014/main" val="4130197824"/>
                    </a:ext>
                  </a:extLst>
                </a:gridCol>
                <a:gridCol w="2767263">
                  <a:extLst>
                    <a:ext uri="{9D8B030D-6E8A-4147-A177-3AD203B41FA5}">
                      <a16:colId xmlns:a16="http://schemas.microsoft.com/office/drawing/2014/main" val="3826923580"/>
                    </a:ext>
                  </a:extLst>
                </a:gridCol>
                <a:gridCol w="2767263">
                  <a:extLst>
                    <a:ext uri="{9D8B030D-6E8A-4147-A177-3AD203B41FA5}">
                      <a16:colId xmlns:a16="http://schemas.microsoft.com/office/drawing/2014/main" val="250059310"/>
                    </a:ext>
                  </a:extLst>
                </a:gridCol>
              </a:tblGrid>
              <a:tr h="10785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Cluster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Defining Feature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Overall Mood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Likely Genre Type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2405309"/>
                  </a:ext>
                </a:extLst>
              </a:tr>
              <a:tr h="10785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0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Very high instrumentalness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Calm / Atmospheric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Instrumental / Ambient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4259014"/>
                  </a:ext>
                </a:extLst>
              </a:tr>
              <a:tr h="10785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1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High energy + high valence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Happy / Party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Pop / Dance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7725142"/>
                  </a:ext>
                </a:extLst>
              </a:tr>
              <a:tr h="10785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2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Extremely high speechiness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Lyrical / Rap-focused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Hip-hop / Spoken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0910542"/>
                  </a:ext>
                </a:extLst>
              </a:tr>
              <a:tr h="13710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3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Moderate everything, lower valence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</a:rPr>
                        <a:t>Emotional / Indie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</a:rPr>
                        <a:t>Alternative / R&amp;B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0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324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8B32-3C2F-23F0-ABE8-5D832958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Output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5B9C60-FA9E-F789-AF8A-A311EB4D9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898156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8641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6B0F-58DF-F2B1-781E-92E29867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B3A8-39F5-3934-1997-C5E7C1661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clustering process successfully segmented the dataset into meaningful groups.</a:t>
            </a:r>
            <a:br>
              <a:rPr lang="en-US" dirty="0"/>
            </a:br>
            <a:r>
              <a:rPr lang="en-US" dirty="0"/>
              <a:t>By exporting each cluster separately:</a:t>
            </a:r>
          </a:p>
          <a:p>
            <a:r>
              <a:rPr lang="en-US" dirty="0"/>
              <a:t>The dataset becomes easier to interpret</a:t>
            </a:r>
          </a:p>
          <a:p>
            <a:r>
              <a:rPr lang="en-US" dirty="0"/>
              <a:t>Enables deeper analysis</a:t>
            </a:r>
          </a:p>
          <a:p>
            <a:r>
              <a:rPr lang="en-US" dirty="0"/>
              <a:t>Supports business intelligence and reporting</a:t>
            </a:r>
          </a:p>
          <a:p>
            <a:r>
              <a:rPr lang="en-US" dirty="0"/>
              <a:t>Improves model deployment flexibility</a:t>
            </a:r>
          </a:p>
          <a:p>
            <a:r>
              <a:rPr lang="en-US" dirty="0"/>
              <a:t>This marks the final stage of the clustering workflow.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089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F00F-88A0-8196-079F-780975EF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Use Cases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0EA9-8D94-B69F-BB89-35F5784B5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Personalized Playlist Curation: </a:t>
            </a:r>
            <a:r>
              <a:rPr lang="en-IN" dirty="0"/>
              <a:t>Automatically group songs that sound similar to enhance playlist generation. </a:t>
            </a:r>
          </a:p>
          <a:p>
            <a:r>
              <a:rPr lang="en-IN" b="1" dirty="0"/>
              <a:t> Improved Song Discovery: </a:t>
            </a:r>
            <a:r>
              <a:rPr lang="en-IN" dirty="0"/>
              <a:t>Suggest similar tracks to users based on their preferred audio profile. </a:t>
            </a:r>
          </a:p>
          <a:p>
            <a:r>
              <a:rPr lang="en-IN" b="1" dirty="0"/>
              <a:t> Artist Analysis: </a:t>
            </a:r>
            <a:r>
              <a:rPr lang="en-IN" dirty="0"/>
              <a:t>Help artists and producers identify competitive songs in the same audio cluster.</a:t>
            </a:r>
          </a:p>
          <a:p>
            <a:r>
              <a:rPr lang="en-IN" b="1" dirty="0"/>
              <a:t> Market Segmentation</a:t>
            </a:r>
            <a:r>
              <a:rPr lang="en-IN" dirty="0"/>
              <a:t>: Streaming platforms can use clusters to </a:t>
            </a:r>
            <a:r>
              <a:rPr lang="en-IN" dirty="0" err="1"/>
              <a:t>analyze</a:t>
            </a:r>
            <a:r>
              <a:rPr lang="en-IN" dirty="0"/>
              <a:t> user listening patterns and optimize recommendations or promotions.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595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2910C4-0585-FCE4-6924-3626D8F6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10700" dirty="0"/>
              <a:t>Thank</a:t>
            </a:r>
            <a:r>
              <a:rPr lang="en-IN" dirty="0"/>
              <a:t> </a:t>
            </a:r>
            <a:r>
              <a:rPr lang="en-IN" sz="10700" dirty="0"/>
              <a:t>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5809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1446</TotalTime>
  <Words>1373</Words>
  <Application>Microsoft Office PowerPoint</Application>
  <PresentationFormat>Widescreen</PresentationFormat>
  <Paragraphs>300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Gill Sans MT</vt:lpstr>
      <vt:lpstr>Times New Roman</vt:lpstr>
      <vt:lpstr>Wingdings 2</vt:lpstr>
      <vt:lpstr>Dividend</vt:lpstr>
      <vt:lpstr>Amazon Music Clustering  Using Unsupervised Machine Learning </vt:lpstr>
      <vt:lpstr>Problem Statement : </vt:lpstr>
      <vt:lpstr>Objectives </vt:lpstr>
      <vt:lpstr>Dataset Information</vt:lpstr>
      <vt:lpstr>EDA</vt:lpstr>
      <vt:lpstr>Finding Optimal Clusters</vt:lpstr>
      <vt:lpstr>Evaluation Metrics</vt:lpstr>
      <vt:lpstr>Dimensionality Reduction</vt:lpstr>
      <vt:lpstr>t-SNE</vt:lpstr>
      <vt:lpstr>Danceability</vt:lpstr>
      <vt:lpstr>ENERGY</vt:lpstr>
      <vt:lpstr>lOUDNESS</vt:lpstr>
      <vt:lpstr>SPEECHINESS</vt:lpstr>
      <vt:lpstr>INSTRUMENTALNESS</vt:lpstr>
      <vt:lpstr>LIVENESS</vt:lpstr>
      <vt:lpstr>VALENCE</vt:lpstr>
      <vt:lpstr>TEMPO</vt:lpstr>
      <vt:lpstr>DURATION</vt:lpstr>
      <vt:lpstr>Overall Insight from All Images </vt:lpstr>
      <vt:lpstr>PowerPoint Presentation</vt:lpstr>
      <vt:lpstr>visualizes the average feature values of each cluster using a heatmap.</vt:lpstr>
      <vt:lpstr>Cluster 0  Instrumental / Acoustic Focus Music </vt:lpstr>
      <vt:lpstr>Cluster 1 Party / Dance Pop Music </vt:lpstr>
      <vt:lpstr>Cluster 3 Chill Acoustic / Soft Pop</vt:lpstr>
      <vt:lpstr>PowerPoint Presentation</vt:lpstr>
      <vt:lpstr>Output </vt:lpstr>
      <vt:lpstr>Conclusion </vt:lpstr>
      <vt:lpstr>Business Use Cases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PRAISE THE LORD</dc:creator>
  <cp:lastModifiedBy>PRAISE THE LORD</cp:lastModifiedBy>
  <cp:revision>2</cp:revision>
  <dcterms:created xsi:type="dcterms:W3CDTF">2026-02-23T16:21:04Z</dcterms:created>
  <dcterms:modified xsi:type="dcterms:W3CDTF">2026-02-24T23:10:35Z</dcterms:modified>
</cp:coreProperties>
</file>